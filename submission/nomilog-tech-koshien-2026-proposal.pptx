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f00b01fe7c4882" /><Relationship Type="http://schemas.openxmlformats.org/officeDocument/2006/relationships/extended-properties" Target="/docProps/app.xml" Id="R6b66bf5dfca34281" /><Relationship Type="http://schemas.openxmlformats.org/officeDocument/2006/relationships/officeDocument" Target="/ppt/presentation.xml" Id="R722084f8d08a4397" /></Relationships>
</file>

<file path=ppt/presentation.xml><?xml version="1.0" encoding="utf-8"?>
<p:presentation xmlns:p="http://schemas.openxmlformats.org/presentationml/2006/main">
  <p:sldMasterIdLst>
    <p:sldMasterId xmlns:r="http://schemas.openxmlformats.org/officeDocument/2006/relationships" id="2147483648" r:id="Rab1d41bb2c60427f"/>
    <p:sldMasterId xmlns:r="http://schemas.openxmlformats.org/officeDocument/2006/relationships" id="2147483661" r:id="R7ad0a532f96b44c5"/>
  </p:sldMasterIdLst>
  <p:notesMasterIdLst>
    <p:notesMasterId xmlns:r="http://schemas.openxmlformats.org/officeDocument/2006/relationships" r:id="Rb7887a670c8b4980"/>
  </p:notesMasterIdLst>
  <p:sldIdLst>
    <p:sldId xmlns:r="http://schemas.openxmlformats.org/officeDocument/2006/relationships" id="256" r:id="R6ef5612da81e456a"/>
    <p:sldId xmlns:r="http://schemas.openxmlformats.org/officeDocument/2006/relationships" id="257" r:id="Rf206d72d001a4ad8"/>
    <p:sldId xmlns:r="http://schemas.openxmlformats.org/officeDocument/2006/relationships" id="258" r:id="R192307749c6d484e"/>
    <p:sldId xmlns:r="http://schemas.openxmlformats.org/officeDocument/2006/relationships" id="259" r:id="Rf6755d90da824c38"/>
    <p:sldId xmlns:r="http://schemas.openxmlformats.org/officeDocument/2006/relationships" id="260" r:id="Rfaa6e67f9f314338"/>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e626f84c2b994eb3" /><Relationship Type="http://schemas.openxmlformats.org/officeDocument/2006/relationships/slideMaster" Target="/ppt/slideMasters/slideMaster1.xml" Id="Rab1d41bb2c60427f" /><Relationship Type="http://schemas.openxmlformats.org/officeDocument/2006/relationships/slideMaster" Target="/ppt/slideMasters/slideMaster2.xml" Id="R7ad0a532f96b44c5" /><Relationship Type="http://schemas.openxmlformats.org/officeDocument/2006/relationships/notesMaster" Target="/ppt/notesMasters/notesMaster1.xml" Id="Rb7887a670c8b4980" /><Relationship Type="http://schemas.openxmlformats.org/officeDocument/2006/relationships/presProps" Target="/ppt/presProps.xml" Id="R6fb5f813de064dd2" /><Relationship Type="http://schemas.openxmlformats.org/officeDocument/2006/relationships/viewProps" Target="/ppt/viewProps.xml" Id="R74128e5d7c214229" /><Relationship Type="http://schemas.openxmlformats.org/officeDocument/2006/relationships/tableStyles" Target="/ppt/tableStyles.xml" Id="R26f8d213e0d5424e" /><Relationship Type="http://schemas.openxmlformats.org/officeDocument/2006/relationships/slide" Target="/ppt/slides/slide1.xml" Id="R6ef5612da81e456a" /><Relationship Type="http://schemas.openxmlformats.org/officeDocument/2006/relationships/slide" Target="/ppt/slides/slide2.xml" Id="Rf206d72d001a4ad8" /><Relationship Type="http://schemas.openxmlformats.org/officeDocument/2006/relationships/slide" Target="/ppt/slides/slide3.xml" Id="R192307749c6d484e" /><Relationship Type="http://schemas.openxmlformats.org/officeDocument/2006/relationships/slide" Target="/ppt/slides/slide4.xml" Id="Rf6755d90da824c38" /><Relationship Type="http://schemas.openxmlformats.org/officeDocument/2006/relationships/slide" Target="/ppt/slides/slide5.xml" Id="Rfaa6e67f9f3143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050a918a6084c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715367105443fc" /><Relationship Type="http://schemas.openxmlformats.org/officeDocument/2006/relationships/notesMaster" Target="/ppt/notesMasters/notesMaster1.xml" Id="R31e1df5cf5a647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62185f143843b0" /><Relationship Type="http://schemas.openxmlformats.org/officeDocument/2006/relationships/notesMaster" Target="/ppt/notesMasters/notesMaster1.xml" Id="R76ee0bdebbca4a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d4e7379deb4ea0" /><Relationship Type="http://schemas.openxmlformats.org/officeDocument/2006/relationships/notesMaster" Target="/ppt/notesMasters/notesMaster1.xml" Id="R7117e1793fba4a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d4b52bc2224343" /><Relationship Type="http://schemas.openxmlformats.org/officeDocument/2006/relationships/notesMaster" Target="/ppt/notesMasters/notesMaster1.xml" Id="R599538c797564e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d701d974b74b38" /><Relationship Type="http://schemas.openxmlformats.org/officeDocument/2006/relationships/notesMaster" Target="/ppt/notesMasters/notesMaster1.xml" Id="R3f21ad52be2f4d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23b1d2d87441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8488f8c6e649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b7549a661646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9a0118338f4c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f31568a7ec4d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9cee0acf7f4bc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6c905ac47c646e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c76d21049934db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4242a65c6a24a5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bae434394344d8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59bec7e9d9a443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e35cc0c9f5940a9" /><Relationship Type="http://schemas.openxmlformats.org/officeDocument/2006/relationships/image" Target="/ppt/media/image.png" Id="R07457e42ce6a421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c677e99fd013498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f81d4d83580d4d55"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42d1f5e2a4f340a9"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04531cf2df4f4f4a"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e9538605a0674242"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36943bde5ada42a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d7a8cb9dbfde4f25"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678c86b6765e40ec"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5fa69bfbf13345d1"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079dc9a54ba14f67"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d80e3939542946ff"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0a6485b666c348d3"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3ab18152386f40b0" /><Relationship Type="http://schemas.openxmlformats.org/officeDocument/2006/relationships/image" Target="/ppt/media/image.png" Id="Rb197d8e75fa94064"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B7F17610-4155-4E0A-98BF-56BAA0F7A59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A7C7E927-0D48-4801-BC3C-BBB839749744}"/>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C38CC497-195C-4EDF-B15F-ED16FE18422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750C369B-AE36-4431-9A07-1E8E43103E68}"/>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F960AC7C-69AF-43BF-A4B7-C36FDAD330D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846387A-3200-453A-9D82-A924C1F6820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C84BEE4D-EF09-4AB5-96F4-64E1DFD5CA1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A65361FB-8F27-4BB9-A6DC-164AEC6B4C3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DC6400AF-8835-4518-8D3A-C7988446B0A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48F019EF-32BA-4AB7-9B78-CAE0C57A31F9}"/>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2B6A1BA7-F0C1-405F-9189-61A23B5DD269}"/>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E024F1D9-D6B9-4676-A81F-A1052960DAB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0527B257-A7BD-430D-9D0C-76AAFC481DE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21A56C9D-B277-45B4-8EDA-E8D0EBD81A4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D89ECB96-6F1A-4F41-B81D-D09AF2CC5CB8}"/>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D03BBC1F-BBC1-4F74-9A37-1083BF509053}"/>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1FC7D3E4-7A46-4C2B-8A4C-8D6CF390D42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8C4EC9CF-2E09-4C35-A975-AC313BC1E977}"/>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C1224B3B-D9E4-4701-A4E4-F937D229743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56D5109C-73CF-4955-9813-E24DF5FE0C2A}"/>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576947D1-2C82-4362-9959-C6AB6B70AA9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0B836E4F-A95F-46A2-BC85-6902E4BC8A77}"/>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25A8EE4F-F938-4073-B488-0FF8E5F6F830}"/>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53C4C817-2587-407E-9D4A-6F4AD824195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80DE00AC-7C93-44D5-AE52-1924C84FF86C}"/>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439CF5C1-EC3E-4A63-AD8E-976C3D70E28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F1455481-D19D-4D25-8FE6-BB11E8F37B77}"/>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1462C56C-8D95-42F4-B8DD-9101D4175709}"/>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A23C5962-4E3E-4CC2-AF87-A72FB77034C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64E67C63-0F67-4C0E-A199-C33CEDA3502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12_タイトル スライド">
  <p:cSld name="12_タイトル スライド">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8A8DCB38-B60E-4F18-B794-97C18B3C6633}"/>
              </a:ext>
            </a:extLst>
          </p:cNvPr>
          <p:cNvSpPr>
            <a:spLocks xmlns:a="http://schemas.openxmlformats.org/drawingml/2006/main" noGrp="1"/>
          </p:cNvSpPr>
          <p:nvPr/>
        </p:nvSpPr>
        <p:spPr>
          <a:xfrm xmlns:a="http://schemas.openxmlformats.org/drawingml/2006/main">
            <a:off x="0" y="237260"/>
            <a:ext cx="246300" cy="246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72850" tIns="36425" rIns="72850" bIns="36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cap="none">
              <a:solidFill>
                <a:schemeClr val="lt1"/>
              </a:solidFill>
              <a:latin typeface="Century Gothic"/>
              <a:ea typeface="Century Gothic"/>
              <a:cs typeface="Century Gothic"/>
            </a:endParaRPr>
          </a:p>
        </p:txBody>
      </p:sp>
      <p:sp>
        <p:nvSpPr>
          <p:cNvPr id="52" name="Google Shape;52;p13">
            <a:extLst xmlns:a="http://schemas.openxmlformats.org/drawingml/2006/main">
              <a:ext uri="{FF2B5EF4-FFF2-40B4-BE49-F238E27FC236}">
                <a16:creationId xmlns:a16="http://schemas.microsoft.com/office/drawing/2014/main" id="{85203E36-4C4B-4631-B5D5-CFD7066F507E}"/>
              </a:ext>
            </a:extLst>
          </p:cNvPr>
          <p:cNvSpPr>
            <a:spLocks xmlns:a="http://schemas.openxmlformats.org/drawingml/2006/main" noGrp="1"/>
          </p:cNvSpPr>
          <p:nvPr>
            <p:ph type="sldNum" idx="12"/>
          </p:nvPr>
        </p:nvSpPr>
        <p:spPr>
          <a:xfrm xmlns:a="http://schemas.openxmlformats.org/drawingml/2006/main">
            <a:off x="3398965" y="4895074"/>
            <a:ext cx="2346000" cy="24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850" tIns="36425" rIns="72850" bIns="36425" anchor="ctr">
            <a:noAutofit/>
          </a:bodyPr>
          <a:lstStyle xmlns:a="http://schemas.openxmlformats.org/drawingml/2006/main">
            <a:lvl1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1pPr>
            <a:lvl2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2pPr>
            <a:lvl3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3pPr>
            <a:lvl4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4pPr>
            <a:lvl5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5pPr>
            <a:lvl6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6pPr>
            <a:lvl7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7pPr>
            <a:lvl8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8pPr>
            <a:lvl9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59" name="Google Shape;53;p13"/>
          <p:cNvPicPr>
            <a:picLocks xmlns:a="http://schemas.openxmlformats.org/drawingml/2006/main" noChangeAspect="1"/>
          </p:cNvPicPr>
          <p:nvPr/>
        </p:nvPicPr>
        <p:blipFill rotWithShape="1">
          <a:blip xmlns:r="http://schemas.openxmlformats.org/officeDocument/2006/relationships" xmlns:a="http://schemas.openxmlformats.org/drawingml/2006/main" r:embed="R07457e42ce6a4211">
            <a:alphaModFix/>
          </a:blip>
          <a:srcRect xmlns:a="http://schemas.openxmlformats.org/drawingml/2006/main" l="0" t="0" r="0" b="39857"/>
          <a:stretch xmlns:a="http://schemas.openxmlformats.org/drawingml/2006/main"/>
        </p:blipFill>
        <p:spPr>
          <a:xfrm xmlns:a="http://schemas.openxmlformats.org/drawingml/2006/main">
            <a:off x="-8425" y="-8400"/>
            <a:ext cx="9152424" cy="488350"/>
          </a:xfrm>
          <a:prstGeom xmlns:a="http://schemas.openxmlformats.org/drawingml/2006/main" prst="rect">
            <a:avLst/>
          </a:prstGeom>
          <a:ln xmlns:a="http://schemas.openxmlformats.org/drawingml/2006/main">
            <a:noFill/>
          </a:ln>
        </p:spPr>
      </p:pic>
      <p:sp>
        <p:nvSpPr>
          <p:cNvPr id="54" name="Google Shape;54;p13">
            <a:extLst xmlns:a="http://schemas.openxmlformats.org/drawingml/2006/main">
              <a:ext uri="{FF2B5EF4-FFF2-40B4-BE49-F238E27FC236}">
                <a16:creationId xmlns:a16="http://schemas.microsoft.com/office/drawing/2014/main" id="{D0A9615E-6AF8-40E7-988F-1EFBF3B3B27B}"/>
              </a:ext>
            </a:extLst>
          </p:cNvPr>
          <p:cNvSpPr>
            <a:spLocks xmlns:a="http://schemas.openxmlformats.org/drawingml/2006/main" noGrp="1"/>
          </p:cNvSpPr>
          <p:nvPr/>
        </p:nvSpPr>
        <p:spPr>
          <a:xfrm xmlns:a="http://schemas.openxmlformats.org/drawingml/2006/main">
            <a:off x="336706" y="141332"/>
            <a:ext cx="2755200" cy="20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00" rIns="0" bIns="0" anchor="t">
            <a:spAutoFit/>
          </a:bodyPr>
          <a:lstStyle xmlns:a="http://schemas.openxmlformats.org/drawingml/2006/main"/>
          <a:p xmlns:a="http://schemas.openxmlformats.org/drawingml/2006/main">
            <a:pPr marL="12700" marR="0" lvl="0" indent="0" algn="l">
              <a:lnSpc>
                <a:spcPct val="100000"/>
              </a:lnSpc>
              <a:spcBef>
                <a:spcPts val="0"/>
              </a:spcBef>
              <a:spcAft>
                <a:spcPts val="0"/>
              </a:spcAft>
              <a:buClr>
                <a:srgbClr val="000000"/>
              </a:buClr>
              <a:buSzPts val="1300"/>
              <a:buFont typeface="Arial"/>
              <a:buNone/>
            </a:pPr>
            <a:r>
              <a:rPr sz="1300" b="1">
                <a:solidFill>
                  <a:schemeClr val="dk1"/>
                </a:solidFill>
                <a:latin typeface="Meiryo"/>
                <a:ea typeface="Meiryo"/>
                <a:cs typeface="Meiryo"/>
              </a:rPr>
              <a:t>ご応募について</a:t>
            </a:r>
            <a:endParaRPr sz="1300" b="1" i="0" u="none" cap="none">
              <a:solidFill>
                <a:schemeClr val="dk1"/>
              </a:solidFill>
              <a:latin typeface="Meiryo"/>
              <a:ea typeface="Meiryo"/>
              <a:cs typeface="Meiryo"/>
            </a:endParaRPr>
          </a:p>
        </p:txBody>
      </p:sp>
      <p:sp>
        <p:nvSpPr>
          <p:cNvPr id="55" name="Google Shape;55;p13">
            <a:extLst xmlns:a="http://schemas.openxmlformats.org/drawingml/2006/main">
              <a:ext uri="{FF2B5EF4-FFF2-40B4-BE49-F238E27FC236}">
                <a16:creationId xmlns:a16="http://schemas.microsoft.com/office/drawing/2014/main" id="{2469CEB2-C13C-4C58-9FEE-E5AB30804894}"/>
              </a:ext>
            </a:extLst>
          </p:cNvPr>
          <p:cNvSpPr>
            <a:spLocks xmlns:a="http://schemas.openxmlformats.org/drawingml/2006/main" noGrp="1"/>
          </p:cNvSpPr>
          <p:nvPr/>
        </p:nvSpPr>
        <p:spPr>
          <a:xfrm xmlns:a="http://schemas.openxmlformats.org/drawingml/2006/main">
            <a:off x="240213" y="1189691"/>
            <a:ext cx="8663700" cy="33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850" tIns="36425" rIns="72850" bIns="36425" anchor="t">
            <a:spAutoFit/>
          </a:bodyPr>
          <a:lstStyle xmlns:a="http://schemas.openxmlformats.org/drawingml/2006/main"/>
          <a:p xmlns:a="http://schemas.openxmlformats.org/drawingml/2006/main">
            <a:pPr marL="139700" marR="0" lvl="0" indent="-139700" algn="l">
              <a:lnSpc>
                <a:spcPct val="150000"/>
              </a:lnSpc>
              <a:spcBef>
                <a:spcPts val="0"/>
              </a:spcBef>
              <a:spcAft>
                <a:spcPts val="0"/>
              </a:spcAft>
              <a:buClr>
                <a:srgbClr val="000000"/>
              </a:buClr>
              <a:buSzPts val="800"/>
              <a:buFont typeface="Noto Sans Symbols"/>
              <a:buChar char="■"/>
            </a:pPr>
            <a:r>
              <a:rPr sz="800" b="0" i="0" u="none" cap="none">
                <a:solidFill>
                  <a:schemeClr val="dk1"/>
                </a:solidFill>
                <a:latin typeface="Meiryo"/>
                <a:ea typeface="Meiryo"/>
                <a:cs typeface="Meiryo"/>
              </a:rPr>
              <a:t>募集内容</a:t>
            </a:r>
            <a:endParaRPr sz="800" b="0" i="0" u="none" cap="none">
              <a:solidFill>
                <a:schemeClr val="dk1"/>
              </a:solidFill>
              <a:latin typeface="Meiryo"/>
              <a:ea typeface="Meiryo"/>
              <a:cs typeface="Meiryo"/>
            </a:endParaRPr>
          </a:p>
          <a:p xmlns:a="http://schemas.openxmlformats.org/drawingml/2006/main">
            <a:pPr marL="0" marR="0" lvl="0" indent="0" algn="l">
              <a:lnSpc>
                <a:spcPct val="150000"/>
              </a:lnSpc>
              <a:spcBef>
                <a:spcPts val="0"/>
              </a:spcBef>
              <a:spcAft>
                <a:spcPts val="0"/>
              </a:spcAft>
              <a:buNone/>
            </a:pPr>
            <a:r>
              <a:rPr sz="800">
                <a:solidFill>
                  <a:schemeClr val="dk1"/>
                </a:solidFill>
                <a:latin typeface="Meiryo"/>
                <a:ea typeface="Meiryo"/>
                <a:cs typeface="Meiryo"/>
              </a:rPr>
              <a:t>中学生・高校生が、テーマを問わず、自ら開発しリリースしたアプリ・ゲーム・プロダクトを応募する部門です。プロダクトの完成度・体験の質・技術力が総合的に評価されます。個人またはチーム（最大4名）で参加できます。この企画書では、開発したプロダクトのスクリーンショット画像とその画面での使い方やポイントを記載してください。</a:t>
            </a:r>
            <a:endParaRPr sz="800" b="0" i="0" u="none" cap="none">
              <a:solidFill>
                <a:schemeClr val="dk1"/>
              </a:solidFill>
              <a:latin typeface="Meiryo"/>
              <a:ea typeface="Meiryo"/>
              <a:cs typeface="Meiryo"/>
            </a:endParaRPr>
          </a:p>
          <a:p xmlns:a="http://schemas.openxmlformats.org/drawingml/2006/main">
            <a:pPr marL="0" marR="0" lvl="0" indent="0" algn="l">
              <a:lnSpc>
                <a:spcPct val="150000"/>
              </a:lnSpc>
              <a:spcBef>
                <a:spcPts val="0"/>
              </a:spcBef>
              <a:spcAft>
                <a:spcPts val="0"/>
              </a:spcAft>
              <a:buNone/>
            </a:pPr>
            <a:r>
              <a:t/>
            </a:r>
            <a:endParaRPr sz="800" b="0" i="0" u="none" cap="none">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Noto Sans Symbols"/>
              <a:buChar char="■"/>
            </a:pPr>
            <a:r>
              <a:rPr sz="800" b="0" i="0" u="none" cap="none">
                <a:solidFill>
                  <a:schemeClr val="dk1"/>
                </a:solidFill>
                <a:latin typeface="Meiryo"/>
                <a:ea typeface="Meiryo"/>
                <a:cs typeface="Meiryo"/>
              </a:rPr>
              <a:t>応募にあたっての注意事項</a:t>
            </a:r>
            <a:br/>
            <a:r>
              <a:rPr sz="800">
                <a:solidFill>
                  <a:schemeClr val="dk1"/>
                </a:solidFill>
                <a:latin typeface="Meiryo"/>
                <a:ea typeface="Meiryo"/>
                <a:cs typeface="Meiryo"/>
              </a:rPr>
              <a:t>必ず、公式WEBサイトに記載されている応募要項を一読の上、ご応募ください。</a:t>
            </a:r>
            <a:endParaRPr sz="800" b="0" i="0" u="none" cap="none">
              <a:solidFill>
                <a:schemeClr val="dk1"/>
              </a:solidFill>
              <a:latin typeface="Meiryo"/>
              <a:ea typeface="Meiryo"/>
              <a:cs typeface="Meiryo"/>
            </a:endParaRPr>
          </a:p>
          <a:p xmlns:a="http://schemas.openxmlformats.org/drawingml/2006/main">
            <a:pPr marL="139700" marR="0" lvl="0" indent="-88900" algn="l">
              <a:lnSpc>
                <a:spcPct val="150000"/>
              </a:lnSpc>
              <a:spcBef>
                <a:spcPts val="0"/>
              </a:spcBef>
              <a:spcAft>
                <a:spcPts val="0"/>
              </a:spcAft>
              <a:buClr>
                <a:srgbClr val="000000"/>
              </a:buClr>
              <a:buSzPts val="800"/>
              <a:buFont typeface="Noto Sans Symbols"/>
              <a:buNone/>
            </a:pPr>
            <a:r>
              <a:t/>
            </a:r>
            <a:endParaRPr sz="800" b="0" i="0" u="none" cap="none">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Noto Sans Symbols"/>
              <a:buChar char="■"/>
            </a:pPr>
            <a:r>
              <a:rPr sz="800" b="0" i="0" u="none" cap="none">
                <a:solidFill>
                  <a:schemeClr val="dk1"/>
                </a:solidFill>
                <a:latin typeface="Meiryo"/>
                <a:ea typeface="Meiryo"/>
                <a:cs typeface="Meiryo"/>
              </a:rPr>
              <a:t>応募作品に関する要件（抜粋）</a:t>
            </a:r>
            <a:endParaRPr sz="800" b="0" i="0" u="none" cap="none">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応募作品は 未発表のオリジナル作品 であり、法令および各種権利を遵守したものでなければなりません。</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第三者の著作権・商標権・肖像権等の権利を侵害する内容を含む作品は応募できません。第三者のコンテンツを使用する場合は、応募者の責任で必要な許可を取得してください。</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生成AI（ChatGPT、Gemini、Claude等）の利用は認められますが、出力をそのまま無加工で使用することは認められません。利用した場合は企画書内に 使用ツール名を明記 してください。</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企画書は、本テンプレートのフォーマットに従って編集し、必ず PDF形式 で提出してください。</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枚数・容量は、表紙を含み4枚以内、5MB以内 で作成してください。</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テンプレートの3ページから6ページのレイアウトを自由に選択して作成してください。同じレイアウトを複数ページで利用しても構いません。</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企画書内への 動画の埋め込みは不可 です。</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公平な審査のため、企画書内に 所属学校名・個人名等が特定できる情報の記載は禁止 です（記載があった場合は審査対象外となります）。</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応募期間終了後の作品の変更・修正・取り消しはできません。</a:t>
            </a:r>
            <a:endParaRPr sz="800" b="0" i="0" u="none" cap="none">
              <a:solidFill>
                <a:schemeClr val="dk1"/>
              </a:solidFill>
              <a:latin typeface="Meiryo"/>
              <a:ea typeface="Meiryo"/>
              <a:cs typeface="Meiryo"/>
            </a:endParaRPr>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61" name="Google Shape;61;p15">
            <a:extLst xmlns:a="http://schemas.openxmlformats.org/drawingml/2006/main">
              <a:ext uri="{FF2B5EF4-FFF2-40B4-BE49-F238E27FC236}">
                <a16:creationId xmlns:a16="http://schemas.microsoft.com/office/drawing/2014/main" id="{609623F0-0E29-455B-9DE1-1D4EABE4F9A7}"/>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62" name="Google Shape;62;p15">
            <a:extLst xmlns:a="http://schemas.openxmlformats.org/drawingml/2006/main">
              <a:ext uri="{FF2B5EF4-FFF2-40B4-BE49-F238E27FC236}">
                <a16:creationId xmlns:a16="http://schemas.microsoft.com/office/drawing/2014/main" id="{5695A4F6-3877-480E-808E-85CC65EF108E}"/>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63" name="Google Shape;63;p15">
            <a:extLst xmlns:a="http://schemas.openxmlformats.org/drawingml/2006/main">
              <a:ext uri="{FF2B5EF4-FFF2-40B4-BE49-F238E27FC236}">
                <a16:creationId xmlns:a16="http://schemas.microsoft.com/office/drawing/2014/main" id="{72C5D505-4D39-46AD-9C6A-94C8B38B233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65" name="Google Shape;65;p16">
            <a:extLst xmlns:a="http://schemas.openxmlformats.org/drawingml/2006/main">
              <a:ext uri="{FF2B5EF4-FFF2-40B4-BE49-F238E27FC236}">
                <a16:creationId xmlns:a16="http://schemas.microsoft.com/office/drawing/2014/main" id="{7B1EC2EB-7F49-41EF-AEDB-E87F5C485D2B}"/>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66" name="Google Shape;66;p16">
            <a:extLst xmlns:a="http://schemas.openxmlformats.org/drawingml/2006/main">
              <a:ext uri="{FF2B5EF4-FFF2-40B4-BE49-F238E27FC236}">
                <a16:creationId xmlns:a16="http://schemas.microsoft.com/office/drawing/2014/main" id="{87C2B987-C90F-462E-8707-9A4D0E52CD9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68" name="Google Shape;68;p17">
            <a:extLst xmlns:a="http://schemas.openxmlformats.org/drawingml/2006/main">
              <a:ext uri="{FF2B5EF4-FFF2-40B4-BE49-F238E27FC236}">
                <a16:creationId xmlns:a16="http://schemas.microsoft.com/office/drawing/2014/main" id="{8EFD2370-AB90-4822-92D5-385BE3A2170C}"/>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69" name="Google Shape;69;p17">
            <a:extLst xmlns:a="http://schemas.openxmlformats.org/drawingml/2006/main">
              <a:ext uri="{FF2B5EF4-FFF2-40B4-BE49-F238E27FC236}">
                <a16:creationId xmlns:a16="http://schemas.microsoft.com/office/drawing/2014/main" id="{756FCFE3-2870-4318-83F0-F97B182C706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70" name="Google Shape;70;p17">
            <a:extLst xmlns:a="http://schemas.openxmlformats.org/drawingml/2006/main">
              <a:ext uri="{FF2B5EF4-FFF2-40B4-BE49-F238E27FC236}">
                <a16:creationId xmlns:a16="http://schemas.microsoft.com/office/drawing/2014/main" id="{28B7F247-0565-4BCA-8F1A-F07DB93DDA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72" name="Google Shape;72;p18">
            <a:extLst xmlns:a="http://schemas.openxmlformats.org/drawingml/2006/main">
              <a:ext uri="{FF2B5EF4-FFF2-40B4-BE49-F238E27FC236}">
                <a16:creationId xmlns:a16="http://schemas.microsoft.com/office/drawing/2014/main" id="{2BB7C6A7-B26D-4D91-86BC-0C6D5C200C8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73" name="Google Shape;73;p18">
            <a:extLst xmlns:a="http://schemas.openxmlformats.org/drawingml/2006/main">
              <a:ext uri="{FF2B5EF4-FFF2-40B4-BE49-F238E27FC236}">
                <a16:creationId xmlns:a16="http://schemas.microsoft.com/office/drawing/2014/main" id="{B692EBE7-54F5-4EB5-998F-56C509F2E272}"/>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74" name="Google Shape;74;p18">
            <a:extLst xmlns:a="http://schemas.openxmlformats.org/drawingml/2006/main">
              <a:ext uri="{FF2B5EF4-FFF2-40B4-BE49-F238E27FC236}">
                <a16:creationId xmlns:a16="http://schemas.microsoft.com/office/drawing/2014/main" id="{6A4E9232-6173-4903-A5D9-3A50B9F5DB0C}"/>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75" name="Google Shape;75;p18">
            <a:extLst xmlns:a="http://schemas.openxmlformats.org/drawingml/2006/main">
              <a:ext uri="{FF2B5EF4-FFF2-40B4-BE49-F238E27FC236}">
                <a16:creationId xmlns:a16="http://schemas.microsoft.com/office/drawing/2014/main" id="{349F2C6B-EE72-4B34-AED2-E837D606AAD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77" name="Google Shape;77;p19">
            <a:extLst xmlns:a="http://schemas.openxmlformats.org/drawingml/2006/main">
              <a:ext uri="{FF2B5EF4-FFF2-40B4-BE49-F238E27FC236}">
                <a16:creationId xmlns:a16="http://schemas.microsoft.com/office/drawing/2014/main" id="{0937E3D0-9549-47EF-8710-334E0B6B0CD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78" name="Google Shape;78;p19">
            <a:extLst xmlns:a="http://schemas.openxmlformats.org/drawingml/2006/main">
              <a:ext uri="{FF2B5EF4-FFF2-40B4-BE49-F238E27FC236}">
                <a16:creationId xmlns:a16="http://schemas.microsoft.com/office/drawing/2014/main" id="{0E80CD4E-F336-4C12-8444-0F17A2BF744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80" name="Google Shape;80;p20">
            <a:extLst xmlns:a="http://schemas.openxmlformats.org/drawingml/2006/main">
              <a:ext uri="{FF2B5EF4-FFF2-40B4-BE49-F238E27FC236}">
                <a16:creationId xmlns:a16="http://schemas.microsoft.com/office/drawing/2014/main" id="{23E386DD-119A-4BAF-B855-91BBEB03AF95}"/>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81" name="Google Shape;81;p20">
            <a:extLst xmlns:a="http://schemas.openxmlformats.org/drawingml/2006/main">
              <a:ext uri="{FF2B5EF4-FFF2-40B4-BE49-F238E27FC236}">
                <a16:creationId xmlns:a16="http://schemas.microsoft.com/office/drawing/2014/main" id="{7B192F49-4327-45C2-948B-FF27A7D134B1}"/>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82" name="Google Shape;82;p20">
            <a:extLst xmlns:a="http://schemas.openxmlformats.org/drawingml/2006/main">
              <a:ext uri="{FF2B5EF4-FFF2-40B4-BE49-F238E27FC236}">
                <a16:creationId xmlns:a16="http://schemas.microsoft.com/office/drawing/2014/main" id="{1E73B969-DCD5-41D5-B623-DA9ABBBB94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84" name="Google Shape;84;p21">
            <a:extLst xmlns:a="http://schemas.openxmlformats.org/drawingml/2006/main">
              <a:ext uri="{FF2B5EF4-FFF2-40B4-BE49-F238E27FC236}">
                <a16:creationId xmlns:a16="http://schemas.microsoft.com/office/drawing/2014/main" id="{FB90ABBE-F433-4B6C-8FC1-E37A1AC8C31F}"/>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85" name="Google Shape;85;p21">
            <a:extLst xmlns:a="http://schemas.openxmlformats.org/drawingml/2006/main">
              <a:ext uri="{FF2B5EF4-FFF2-40B4-BE49-F238E27FC236}">
                <a16:creationId xmlns:a16="http://schemas.microsoft.com/office/drawing/2014/main" id="{23E26135-A26C-4A77-869C-4939227B97A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87" name="Google Shape;87;p22">
            <a:extLst xmlns:a="http://schemas.openxmlformats.org/drawingml/2006/main">
              <a:ext uri="{FF2B5EF4-FFF2-40B4-BE49-F238E27FC236}">
                <a16:creationId xmlns:a16="http://schemas.microsoft.com/office/drawing/2014/main" id="{3F69C2E8-10F1-413B-B0D4-72AA5F8D9772}"/>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8" name="Google Shape;88;p22">
            <a:extLst xmlns:a="http://schemas.openxmlformats.org/drawingml/2006/main">
              <a:ext uri="{FF2B5EF4-FFF2-40B4-BE49-F238E27FC236}">
                <a16:creationId xmlns:a16="http://schemas.microsoft.com/office/drawing/2014/main" id="{68F96E4A-EBF5-4F38-A901-78827E217B7F}"/>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89" name="Google Shape;89;p22">
            <a:extLst xmlns:a="http://schemas.openxmlformats.org/drawingml/2006/main">
              <a:ext uri="{FF2B5EF4-FFF2-40B4-BE49-F238E27FC236}">
                <a16:creationId xmlns:a16="http://schemas.microsoft.com/office/drawing/2014/main" id="{08DD236E-1F97-4C4A-9352-1BE0A2977C06}"/>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90" name="Google Shape;90;p22">
            <a:extLst xmlns:a="http://schemas.openxmlformats.org/drawingml/2006/main">
              <a:ext uri="{FF2B5EF4-FFF2-40B4-BE49-F238E27FC236}">
                <a16:creationId xmlns:a16="http://schemas.microsoft.com/office/drawing/2014/main" id="{3F2CFA0D-23C6-4D71-AEC4-E5D8FA711715}"/>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91" name="Google Shape;91;p22">
            <a:extLst xmlns:a="http://schemas.openxmlformats.org/drawingml/2006/main">
              <a:ext uri="{FF2B5EF4-FFF2-40B4-BE49-F238E27FC236}">
                <a16:creationId xmlns:a16="http://schemas.microsoft.com/office/drawing/2014/main" id="{FA4C0268-4FB7-4C84-9164-16ED977A536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93" name="Google Shape;93;p23">
            <a:extLst xmlns:a="http://schemas.openxmlformats.org/drawingml/2006/main">
              <a:ext uri="{FF2B5EF4-FFF2-40B4-BE49-F238E27FC236}">
                <a16:creationId xmlns:a16="http://schemas.microsoft.com/office/drawing/2014/main" id="{E862BDEB-4C2A-4659-817F-08E9545521D4}"/>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94" name="Google Shape;94;p23">
            <a:extLst xmlns:a="http://schemas.openxmlformats.org/drawingml/2006/main">
              <a:ext uri="{FF2B5EF4-FFF2-40B4-BE49-F238E27FC236}">
                <a16:creationId xmlns:a16="http://schemas.microsoft.com/office/drawing/2014/main" id="{CC21C54D-09E8-4839-A744-3E1A9B7E166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96" name="Google Shape;96;p24">
            <a:extLst xmlns:a="http://schemas.openxmlformats.org/drawingml/2006/main">
              <a:ext uri="{FF2B5EF4-FFF2-40B4-BE49-F238E27FC236}">
                <a16:creationId xmlns:a16="http://schemas.microsoft.com/office/drawing/2014/main" id="{782EDCC8-5119-4FB6-9707-9A2492E9F931}"/>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97" name="Google Shape;97;p24">
            <a:extLst xmlns:a="http://schemas.openxmlformats.org/drawingml/2006/main">
              <a:ext uri="{FF2B5EF4-FFF2-40B4-BE49-F238E27FC236}">
                <a16:creationId xmlns:a16="http://schemas.microsoft.com/office/drawing/2014/main" id="{0DBF72BE-31D6-4BC4-95EF-28428C2938FC}"/>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98" name="Google Shape;98;p24">
            <a:extLst xmlns:a="http://schemas.openxmlformats.org/drawingml/2006/main">
              <a:ext uri="{FF2B5EF4-FFF2-40B4-BE49-F238E27FC236}">
                <a16:creationId xmlns:a16="http://schemas.microsoft.com/office/drawing/2014/main" id="{2681EEC8-CEBA-4A42-98F2-3AD23BF16A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00" name="Google Shape;100;p25">
            <a:extLst xmlns:a="http://schemas.openxmlformats.org/drawingml/2006/main">
              <a:ext uri="{FF2B5EF4-FFF2-40B4-BE49-F238E27FC236}">
                <a16:creationId xmlns:a16="http://schemas.microsoft.com/office/drawing/2014/main" id="{770ACA3E-BE8A-41FD-9FFC-A78E9838E43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01" name="Google Shape;101;p25">
            <a:extLst xmlns:a="http://schemas.openxmlformats.org/drawingml/2006/main">
              <a:ext uri="{FF2B5EF4-FFF2-40B4-BE49-F238E27FC236}">
                <a16:creationId xmlns:a16="http://schemas.microsoft.com/office/drawing/2014/main" id="{ED9CF1BC-D4B3-4189-AE18-2D1087FFA1F0}"/>
              </a:ext>
            </a:extLst>
          </p:cNvPr>
          <p:cNvSpPr>
            <a:spLocks xmlns:a="http://schemas.openxmlformats.org/drawingml/2006/main" noGrp="1"/>
          </p:cNvSpPr>
          <p:nvPr/>
        </p:nvSpPr>
        <p:spPr>
          <a:xfrm xmlns:a="http://schemas.openxmlformats.org/drawingml/2006/main">
            <a:off x="143150" y="168425"/>
            <a:ext cx="48498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900" b="1">
                <a:solidFill>
                  <a:schemeClr val="dk2"/>
                </a:solidFill>
              </a:rPr>
              <a:t>テック甲子園 | </a:t>
            </a:r>
            <a:r>
              <a:rPr sz="900" b="1">
                <a:solidFill>
                  <a:schemeClr val="dk2"/>
                </a:solidFill>
              </a:rPr>
              <a:t>プロダクト</a:t>
            </a:r>
            <a:r>
              <a:rPr sz="900" b="1">
                <a:solidFill>
                  <a:schemeClr val="dk2"/>
                </a:solidFill>
              </a:rPr>
              <a:t>部門応募企画書</a:t>
            </a:r>
            <a:endParaRPr sz="900" b="1">
              <a:solidFill>
                <a:schemeClr val="dk2"/>
              </a:solidFill>
            </a:endParaRPr>
          </a:p>
        </p:txBody>
      </p:sp>
    </p:spTree>
  </p:cSld>
</p:sldLayout>
</file>

<file path=ppt/slideLayouts/slideLayout24.xml><?xml version="1.0" encoding="utf-8"?>
<p:sldLayout xmlns:p="http://schemas.openxmlformats.org/presentationml/2006/main" matchingName="空白 1">
  <p:cSld name="BLANK_1">
    <p:spTree>
      <p:nvGrpSpPr>
        <p:cNvPr id="1" name=""/>
        <p:cNvGrpSpPr/>
        <p:nvPr/>
      </p:nvGrpSpPr>
      <p:grpSpPr>
        <a:xfrm xmlns:a="http://schemas.openxmlformats.org/drawingml/2006/main"/>
      </p:grpSpPr>
      <p:sp>
        <p:nvSpPr>
          <p:cNvPr id="103" name="Google Shape;103;p26">
            <a:extLst xmlns:a="http://schemas.openxmlformats.org/drawingml/2006/main">
              <a:ext uri="{FF2B5EF4-FFF2-40B4-BE49-F238E27FC236}">
                <a16:creationId xmlns:a16="http://schemas.microsoft.com/office/drawing/2014/main" id="{F134ED0F-3417-499E-9D62-E54A346BF2D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04" name="Google Shape;104;p26">
            <a:extLst xmlns:a="http://schemas.openxmlformats.org/drawingml/2006/main">
              <a:ext uri="{FF2B5EF4-FFF2-40B4-BE49-F238E27FC236}">
                <a16:creationId xmlns:a16="http://schemas.microsoft.com/office/drawing/2014/main" id="{561D6542-8739-4CBF-ACF0-5A1747AB382B}"/>
              </a:ext>
            </a:extLst>
          </p:cNvPr>
          <p:cNvSpPr>
            <a:spLocks xmlns:a="http://schemas.openxmlformats.org/drawingml/2006/main" noGrp="1"/>
          </p:cNvSpPr>
          <p:nvPr/>
        </p:nvSpPr>
        <p:spPr>
          <a:xfrm xmlns:a="http://schemas.openxmlformats.org/drawingml/2006/main">
            <a:off x="143150" y="168425"/>
            <a:ext cx="48498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900" b="1">
                <a:solidFill>
                  <a:schemeClr val="dk2"/>
                </a:solidFill>
              </a:rPr>
              <a:t>テック甲子園 | アイデア部門応募企画書</a:t>
            </a:r>
            <a:endParaRPr sz="900" b="1">
              <a:solidFill>
                <a:schemeClr val="dk2"/>
              </a:solidFill>
            </a:endParaRPr>
          </a:p>
        </p:txBody>
      </p:sp>
    </p:spTree>
  </p:cSld>
</p:sldLayout>
</file>

<file path=ppt/slideLayouts/slideLayout25.xml><?xml version="1.0" encoding="utf-8"?>
<p:sldLayout xmlns:p="http://schemas.openxmlformats.org/presentationml/2006/main" matchingName="12_タイトル スライド">
  <p:cSld name="12_タイトル スライド">
    <p:spTree>
      <p:nvGrpSpPr>
        <p:cNvPr id="1" name=""/>
        <p:cNvGrpSpPr/>
        <p:nvPr/>
      </p:nvGrpSpPr>
      <p:grpSpPr>
        <a:xfrm xmlns:a="http://schemas.openxmlformats.org/drawingml/2006/main"/>
      </p:grpSpPr>
      <p:sp>
        <p:nvSpPr>
          <p:cNvPr id="106" name="Google Shape;106;p27">
            <a:extLst xmlns:a="http://schemas.openxmlformats.org/drawingml/2006/main">
              <a:ext uri="{FF2B5EF4-FFF2-40B4-BE49-F238E27FC236}">
                <a16:creationId xmlns:a16="http://schemas.microsoft.com/office/drawing/2014/main" id="{903A94B7-D4EF-4438-9402-7704A920BD76}"/>
              </a:ext>
            </a:extLst>
          </p:cNvPr>
          <p:cNvSpPr>
            <a:spLocks xmlns:a="http://schemas.openxmlformats.org/drawingml/2006/main" noGrp="1"/>
          </p:cNvSpPr>
          <p:nvPr/>
        </p:nvSpPr>
        <p:spPr>
          <a:xfrm xmlns:a="http://schemas.openxmlformats.org/drawingml/2006/main">
            <a:off x="0" y="237260"/>
            <a:ext cx="246300" cy="246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72850" tIns="36425" rIns="72850" bIns="36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cap="none">
              <a:solidFill>
                <a:schemeClr val="lt1"/>
              </a:solidFill>
              <a:latin typeface="Century Gothic"/>
              <a:ea typeface="Century Gothic"/>
              <a:cs typeface="Century Gothic"/>
            </a:endParaRPr>
          </a:p>
        </p:txBody>
      </p:sp>
      <p:sp>
        <p:nvSpPr>
          <p:cNvPr id="107" name="Google Shape;107;p27">
            <a:extLst xmlns:a="http://schemas.openxmlformats.org/drawingml/2006/main">
              <a:ext uri="{FF2B5EF4-FFF2-40B4-BE49-F238E27FC236}">
                <a16:creationId xmlns:a16="http://schemas.microsoft.com/office/drawing/2014/main" id="{DEEEBD68-F65E-4BD4-B3AB-0F212C1C07B6}"/>
              </a:ext>
            </a:extLst>
          </p:cNvPr>
          <p:cNvSpPr>
            <a:spLocks xmlns:a="http://schemas.openxmlformats.org/drawingml/2006/main" noGrp="1"/>
          </p:cNvSpPr>
          <p:nvPr>
            <p:ph type="sldNum" idx="12"/>
          </p:nvPr>
        </p:nvSpPr>
        <p:spPr>
          <a:xfrm xmlns:a="http://schemas.openxmlformats.org/drawingml/2006/main">
            <a:off x="3398965" y="4895074"/>
            <a:ext cx="2346000" cy="24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850" tIns="36425" rIns="72850" bIns="36425" anchor="ctr">
            <a:noAutofit/>
          </a:bodyPr>
          <a:lstStyle xmlns:a="http://schemas.openxmlformats.org/drawingml/2006/main">
            <a:lvl1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1pPr>
            <a:lvl2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2pPr>
            <a:lvl3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3pPr>
            <a:lvl4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4pPr>
            <a:lvl5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5pPr>
            <a:lvl6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6pPr>
            <a:lvl7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7pPr>
            <a:lvl8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8pPr>
            <a:lvl9pPr marL="0" marR="0" indent="0" algn="ctr">
              <a:lnSpc>
                <a:spcPct val="100000"/>
              </a:lnSpc>
              <a:spcBef>
                <a:spcPts val="0"/>
              </a:spcBef>
              <a:spcAft>
                <a:spcPts val="0"/>
              </a:spcAft>
              <a:buClr>
                <a:srgbClr val="000000"/>
              </a:buClr>
              <a:buSzPts val="600"/>
              <a:buFont typeface="Arial"/>
              <a:buNone/>
              <a:defRPr sz="600" b="0" i="0" u="sng" cap="none">
                <a:solidFill>
                  <a:srgbClr val="3F3F3F"/>
                </a:solidFill>
                <a:latin typeface="Century Gothic"/>
                <a:ea typeface="Century Gothic"/>
                <a:cs typeface="Century Gothic"/>
              </a:defRPr>
            </a:lvl9pPr>
          </a:lstStyle>
          <a:p xmlns:a="http://schemas.openxmlformats.org/drawingml/2006/main">
            <a:pPr marL="0" lvl="0" indent="0" algn="ctr">
              <a:spcBef>
                <a:spcPts val="0"/>
              </a:spcBef>
              <a:spcAft>
                <a:spcPts val="0"/>
              </a:spcAft>
              <a:buNone/>
            </a:pPr>
            <a:fld id="{00000000-1234-1234-1234-123412341234}" type="slidenum">
              <a:t>‹#›</a:t>
            </a:fld>
            <a:endParaRPr/>
          </a:p>
        </p:txBody>
      </p:sp>
      <p:pic>
        <p:nvPicPr>
          <p:cNvPr id="114" name="Google Shape;108;p27"/>
          <p:cNvPicPr>
            <a:picLocks xmlns:a="http://schemas.openxmlformats.org/drawingml/2006/main" noChangeAspect="1"/>
          </p:cNvPicPr>
          <p:nvPr/>
        </p:nvPicPr>
        <p:blipFill rotWithShape="1">
          <a:blip xmlns:r="http://schemas.openxmlformats.org/officeDocument/2006/relationships" xmlns:a="http://schemas.openxmlformats.org/drawingml/2006/main" r:embed="Rb197d8e75fa94064">
            <a:alphaModFix/>
          </a:blip>
          <a:srcRect xmlns:a="http://schemas.openxmlformats.org/drawingml/2006/main" l="0" t="0" r="0" b="39857"/>
          <a:stretch xmlns:a="http://schemas.openxmlformats.org/drawingml/2006/main"/>
        </p:blipFill>
        <p:spPr>
          <a:xfrm xmlns:a="http://schemas.openxmlformats.org/drawingml/2006/main">
            <a:off x="-8425" y="-8400"/>
            <a:ext cx="9152424" cy="488350"/>
          </a:xfrm>
          <a:prstGeom xmlns:a="http://schemas.openxmlformats.org/drawingml/2006/main" prst="rect">
            <a:avLst/>
          </a:prstGeom>
          <a:ln xmlns:a="http://schemas.openxmlformats.org/drawingml/2006/main">
            <a:noFill/>
          </a:ln>
        </p:spPr>
      </p:pic>
      <p:sp>
        <p:nvSpPr>
          <p:cNvPr id="109" name="Google Shape;109;p27">
            <a:extLst xmlns:a="http://schemas.openxmlformats.org/drawingml/2006/main">
              <a:ext uri="{FF2B5EF4-FFF2-40B4-BE49-F238E27FC236}">
                <a16:creationId xmlns:a16="http://schemas.microsoft.com/office/drawing/2014/main" id="{13639A93-C55B-4A6E-93FB-B53787A35241}"/>
              </a:ext>
            </a:extLst>
          </p:cNvPr>
          <p:cNvSpPr>
            <a:spLocks xmlns:a="http://schemas.openxmlformats.org/drawingml/2006/main" noGrp="1"/>
          </p:cNvSpPr>
          <p:nvPr/>
        </p:nvSpPr>
        <p:spPr>
          <a:xfrm xmlns:a="http://schemas.openxmlformats.org/drawingml/2006/main">
            <a:off x="336706" y="141332"/>
            <a:ext cx="2755200" cy="20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00" rIns="0" bIns="0" anchor="t">
            <a:spAutoFit/>
          </a:bodyPr>
          <a:lstStyle xmlns:a="http://schemas.openxmlformats.org/drawingml/2006/main"/>
          <a:p xmlns:a="http://schemas.openxmlformats.org/drawingml/2006/main">
            <a:pPr marL="12700" marR="0" lvl="0" indent="0" algn="l">
              <a:lnSpc>
                <a:spcPct val="100000"/>
              </a:lnSpc>
              <a:spcBef>
                <a:spcPts val="0"/>
              </a:spcBef>
              <a:spcAft>
                <a:spcPts val="0"/>
              </a:spcAft>
              <a:buClr>
                <a:srgbClr val="000000"/>
              </a:buClr>
              <a:buSzPts val="1300"/>
              <a:buFont typeface="Arial"/>
              <a:buNone/>
            </a:pPr>
            <a:r>
              <a:rPr sz="1300" b="1">
                <a:solidFill>
                  <a:schemeClr val="dk1"/>
                </a:solidFill>
                <a:latin typeface="Meiryo"/>
                <a:ea typeface="Meiryo"/>
                <a:cs typeface="Meiryo"/>
              </a:rPr>
              <a:t>ご応募について</a:t>
            </a:r>
            <a:endParaRPr sz="1300" b="1" i="0" u="none" cap="none">
              <a:solidFill>
                <a:schemeClr val="dk1"/>
              </a:solidFill>
              <a:latin typeface="Meiryo"/>
              <a:ea typeface="Meiryo"/>
              <a:cs typeface="Meiryo"/>
            </a:endParaRPr>
          </a:p>
        </p:txBody>
      </p:sp>
      <p:sp>
        <p:nvSpPr>
          <p:cNvPr id="110" name="Google Shape;110;p27">
            <a:extLst xmlns:a="http://schemas.openxmlformats.org/drawingml/2006/main">
              <a:ext uri="{FF2B5EF4-FFF2-40B4-BE49-F238E27FC236}">
                <a16:creationId xmlns:a16="http://schemas.microsoft.com/office/drawing/2014/main" id="{88B2D244-76B7-452D-A644-BB4A0599DCB3}"/>
              </a:ext>
            </a:extLst>
          </p:cNvPr>
          <p:cNvSpPr>
            <a:spLocks xmlns:a="http://schemas.openxmlformats.org/drawingml/2006/main" noGrp="1"/>
          </p:cNvSpPr>
          <p:nvPr/>
        </p:nvSpPr>
        <p:spPr>
          <a:xfrm xmlns:a="http://schemas.openxmlformats.org/drawingml/2006/main">
            <a:off x="240213" y="1189691"/>
            <a:ext cx="8663700" cy="33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850" tIns="36425" rIns="72850" bIns="36425" anchor="t">
            <a:spAutoFit/>
          </a:bodyPr>
          <a:lstStyle xmlns:a="http://schemas.openxmlformats.org/drawingml/2006/main"/>
          <a:p xmlns:a="http://schemas.openxmlformats.org/drawingml/2006/main">
            <a:pPr marL="139700" marR="0" lvl="0" indent="-139700" algn="l">
              <a:lnSpc>
                <a:spcPct val="150000"/>
              </a:lnSpc>
              <a:spcBef>
                <a:spcPts val="0"/>
              </a:spcBef>
              <a:spcAft>
                <a:spcPts val="0"/>
              </a:spcAft>
              <a:buClr>
                <a:srgbClr val="000000"/>
              </a:buClr>
              <a:buSzPts val="800"/>
              <a:buFont typeface="Noto Sans Symbols"/>
              <a:buChar char="■"/>
            </a:pPr>
            <a:r>
              <a:rPr sz="800" b="0" i="0" u="none" cap="none">
                <a:solidFill>
                  <a:schemeClr val="dk1"/>
                </a:solidFill>
                <a:latin typeface="Meiryo"/>
                <a:ea typeface="Meiryo"/>
                <a:cs typeface="Meiryo"/>
              </a:rPr>
              <a:t>募集内容</a:t>
            </a:r>
            <a:endParaRPr sz="800" b="0" i="0" u="none" cap="none">
              <a:solidFill>
                <a:schemeClr val="dk1"/>
              </a:solidFill>
              <a:latin typeface="Meiryo"/>
              <a:ea typeface="Meiryo"/>
              <a:cs typeface="Meiryo"/>
            </a:endParaRPr>
          </a:p>
          <a:p xmlns:a="http://schemas.openxmlformats.org/drawingml/2006/main">
            <a:pPr marL="0" marR="0" lvl="0" indent="0" algn="l">
              <a:lnSpc>
                <a:spcPct val="150000"/>
              </a:lnSpc>
              <a:spcBef>
                <a:spcPts val="0"/>
              </a:spcBef>
              <a:spcAft>
                <a:spcPts val="0"/>
              </a:spcAft>
              <a:buNone/>
            </a:pPr>
            <a:r>
              <a:rPr sz="800">
                <a:solidFill>
                  <a:schemeClr val="dk1"/>
                </a:solidFill>
                <a:latin typeface="Meiryo"/>
                <a:ea typeface="Meiryo"/>
                <a:cs typeface="Meiryo"/>
              </a:rPr>
              <a:t>中学生・高校生が、協賛企業から出題される課題に対して、テクノロジーを活用した解決策のアイデアを企画書にまとめて応募する部門です。プログラミングの経験は不問。個人またはチーム（最大4名）で参加でき、学校単位での団体応募も可能です。「こんなアプリがあったらいいな」という想いを企画書にまとめて、ぜひご応募ください。</a:t>
            </a:r>
            <a:endParaRPr sz="800" b="0" i="0" u="none" cap="none">
              <a:solidFill>
                <a:schemeClr val="dk1"/>
              </a:solidFill>
              <a:latin typeface="Meiryo"/>
              <a:ea typeface="Meiryo"/>
              <a:cs typeface="Meiryo"/>
            </a:endParaRPr>
          </a:p>
          <a:p xmlns:a="http://schemas.openxmlformats.org/drawingml/2006/main">
            <a:pPr marL="0" marR="0" lvl="0" indent="0" algn="l">
              <a:lnSpc>
                <a:spcPct val="150000"/>
              </a:lnSpc>
              <a:spcBef>
                <a:spcPts val="0"/>
              </a:spcBef>
              <a:spcAft>
                <a:spcPts val="0"/>
              </a:spcAft>
              <a:buNone/>
            </a:pPr>
            <a:r>
              <a:t/>
            </a:r>
            <a:endParaRPr sz="800" b="0" i="0" u="none" cap="none">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Noto Sans Symbols"/>
              <a:buChar char="■"/>
            </a:pPr>
            <a:r>
              <a:rPr sz="800" b="0" i="0" u="none" cap="none">
                <a:solidFill>
                  <a:schemeClr val="dk1"/>
                </a:solidFill>
                <a:latin typeface="Meiryo"/>
                <a:ea typeface="Meiryo"/>
                <a:cs typeface="Meiryo"/>
              </a:rPr>
              <a:t>応募にあたっての注意事項</a:t>
            </a:r>
            <a:br/>
            <a:r>
              <a:rPr sz="800">
                <a:solidFill>
                  <a:schemeClr val="dk1"/>
                </a:solidFill>
                <a:latin typeface="Meiryo"/>
                <a:ea typeface="Meiryo"/>
                <a:cs typeface="Meiryo"/>
              </a:rPr>
              <a:t>必ず、公式WEBサイトに記載されている応募要項を一読の上、ご応募ください。</a:t>
            </a:r>
            <a:endParaRPr sz="800" b="0" i="0" u="none" cap="none">
              <a:solidFill>
                <a:schemeClr val="dk1"/>
              </a:solidFill>
              <a:latin typeface="Meiryo"/>
              <a:ea typeface="Meiryo"/>
              <a:cs typeface="Meiryo"/>
            </a:endParaRPr>
          </a:p>
          <a:p xmlns:a="http://schemas.openxmlformats.org/drawingml/2006/main">
            <a:pPr marL="139700" marR="0" lvl="0" indent="-88900" algn="l">
              <a:lnSpc>
                <a:spcPct val="150000"/>
              </a:lnSpc>
              <a:spcBef>
                <a:spcPts val="0"/>
              </a:spcBef>
              <a:spcAft>
                <a:spcPts val="0"/>
              </a:spcAft>
              <a:buClr>
                <a:srgbClr val="000000"/>
              </a:buClr>
              <a:buSzPts val="800"/>
              <a:buFont typeface="Noto Sans Symbols"/>
              <a:buNone/>
            </a:pPr>
            <a:r>
              <a:t/>
            </a:r>
            <a:endParaRPr sz="800" b="0" i="0" u="none" cap="none">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Noto Sans Symbols"/>
              <a:buChar char="■"/>
            </a:pPr>
            <a:r>
              <a:rPr sz="800" b="0" i="0" u="none" cap="none">
                <a:solidFill>
                  <a:schemeClr val="dk1"/>
                </a:solidFill>
                <a:latin typeface="Meiryo"/>
                <a:ea typeface="Meiryo"/>
                <a:cs typeface="Meiryo"/>
              </a:rPr>
              <a:t>応募作品に関する要件（抜粋）</a:t>
            </a:r>
            <a:endParaRPr sz="800" b="0" i="0" u="none" cap="none">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応募作品は 未発表のオリジナル作品 であり、法令および各種権利を遵守したものでなければなりません。</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企画書は スライド形式（16:9 または 4:3）で、表紙を含み5枚以内、5MB以内 で作成してください。</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1次審査では PDF形式 で提出してください。使用ツールは問いません。</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公平な審査のため、企画書内に 所属学校名・個人名等が特定できる情報の記載は禁止 です（記載があった場合は審査対象外）。</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第三者の著作権・商標権・肖像権等の権利を侵害する内容を含む作品は応募できません。第三者のコンテンツを使用する場合は、応募者の責任で必要な許可を取得してください。</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生成AI（ChatGPT、Gemini、Claude等）の利用は認められますが、出力をそのまま無加工で使用することは認められません。利用した場合は企画書内に 使用ツール名を明記 してください。</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chemeClr val="dk1"/>
              </a:buClr>
              <a:buSzPts val="800"/>
              <a:buFont typeface="Meiryo"/>
              <a:buChar char="•"/>
            </a:pPr>
            <a:r>
              <a:rPr sz="800">
                <a:solidFill>
                  <a:schemeClr val="dk1"/>
                </a:solidFill>
                <a:latin typeface="Meiryo"/>
                <a:ea typeface="Meiryo"/>
                <a:cs typeface="Meiryo"/>
              </a:rPr>
              <a:t>動画を埋め込む場合にはPDF提出後も閲覧可能なように、動画のリンクを記載してください。</a:t>
            </a:r>
            <a:endParaRPr sz="800">
              <a:solidFill>
                <a:schemeClr val="dk1"/>
              </a:solidFill>
              <a:latin typeface="Meiryo"/>
              <a:ea typeface="Meiryo"/>
              <a:cs typeface="Meiryo"/>
            </a:endParaRPr>
          </a:p>
          <a:p xmlns:a="http://schemas.openxmlformats.org/drawingml/2006/main">
            <a:pPr marL="139700" marR="0" lvl="0" indent="-139700" algn="l">
              <a:lnSpc>
                <a:spcPct val="150000"/>
              </a:lnSpc>
              <a:spcBef>
                <a:spcPts val="0"/>
              </a:spcBef>
              <a:spcAft>
                <a:spcPts val="0"/>
              </a:spcAft>
              <a:buClr>
                <a:srgbClr val="000000"/>
              </a:buClr>
              <a:buSzPts val="800"/>
              <a:buFont typeface="Arial"/>
              <a:buChar char="•"/>
            </a:pPr>
            <a:r>
              <a:rPr sz="800">
                <a:solidFill>
                  <a:schemeClr val="dk1"/>
                </a:solidFill>
                <a:latin typeface="Meiryo"/>
                <a:ea typeface="Meiryo"/>
                <a:cs typeface="Meiryo"/>
              </a:rPr>
              <a:t>応募期間終了後の作品の変更・修正・取り消しはできません。</a:t>
            </a:r>
            <a:endParaRPr sz="800">
              <a:solidFill>
                <a:schemeClr val="dk1"/>
              </a:solidFill>
              <a:latin typeface="Meiryo"/>
              <a:ea typeface="Meiryo"/>
              <a:cs typeface="Meiryo"/>
            </a:endParaRPr>
          </a:p>
          <a:p xmlns:a="http://schemas.openxmlformats.org/drawingml/2006/main">
            <a:pPr marL="139700" marR="0" lvl="0" indent="-88900" algn="l">
              <a:lnSpc>
                <a:spcPct val="150000"/>
              </a:lnSpc>
              <a:spcBef>
                <a:spcPts val="0"/>
              </a:spcBef>
              <a:spcAft>
                <a:spcPts val="0"/>
              </a:spcAft>
              <a:buClr>
                <a:srgbClr val="000000"/>
              </a:buClr>
              <a:buSzPts val="800"/>
              <a:buFont typeface="Noto Sans Symbols"/>
              <a:buNone/>
            </a:pPr>
            <a:r>
              <a:t/>
            </a:r>
            <a:endParaRPr sz="800" b="0" i="0" u="none" cap="none">
              <a:solidFill>
                <a:schemeClr val="dk1"/>
              </a:solidFill>
              <a:latin typeface="Meiryo"/>
              <a:ea typeface="Meiryo"/>
              <a:cs typeface="Meiry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00aeef524f4cbd" /><Relationship Type="http://schemas.openxmlformats.org/officeDocument/2006/relationships/slideLayout" Target="/ppt/slideLayouts/slideLayout1.xml" Id="Reb345f6799604d96" /><Relationship Type="http://schemas.openxmlformats.org/officeDocument/2006/relationships/slideLayout" Target="/ppt/slideLayouts/slideLayout2.xml" Id="Rfd7ab46c76fb499f" /><Relationship Type="http://schemas.openxmlformats.org/officeDocument/2006/relationships/slideLayout" Target="/ppt/slideLayouts/slideLayout3.xml" Id="Re3bb4a8789f440da" /><Relationship Type="http://schemas.openxmlformats.org/officeDocument/2006/relationships/slideLayout" Target="/ppt/slideLayouts/slideLayout4.xml" Id="R7c25e0c7e8e9430f" /><Relationship Type="http://schemas.openxmlformats.org/officeDocument/2006/relationships/slideLayout" Target="/ppt/slideLayouts/slideLayout5.xml" Id="R91ca5a7f639948c8" /><Relationship Type="http://schemas.openxmlformats.org/officeDocument/2006/relationships/slideLayout" Target="/ppt/slideLayouts/slideLayout6.xml" Id="R05e9c0d3a04c4b46" /><Relationship Type="http://schemas.openxmlformats.org/officeDocument/2006/relationships/slideLayout" Target="/ppt/slideLayouts/slideLayout7.xml" Id="R0709239881554cf6" /><Relationship Type="http://schemas.openxmlformats.org/officeDocument/2006/relationships/slideLayout" Target="/ppt/slideLayouts/slideLayout8.xml" Id="R818320a0adb54d4c" /><Relationship Type="http://schemas.openxmlformats.org/officeDocument/2006/relationships/slideLayout" Target="/ppt/slideLayouts/slideLayout9.xml" Id="R4ec714eb868c4544" /><Relationship Type="http://schemas.openxmlformats.org/officeDocument/2006/relationships/slideLayout" Target="/ppt/slideLayouts/slideLayout10.xml" Id="R149f14ef4ede4fd0" /><Relationship Type="http://schemas.openxmlformats.org/officeDocument/2006/relationships/slideLayout" Target="/ppt/slideLayouts/slideLayout11.xml" Id="R96930cbbcbd94e8e" /><Relationship Type="http://schemas.openxmlformats.org/officeDocument/2006/relationships/slideLayout" Target="/ppt/slideLayouts/slideLayout12.xml" Id="R0bafcbe79fbf4b3a"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e509c859f294ebc" /><Relationship Type="http://schemas.openxmlformats.org/officeDocument/2006/relationships/slideLayout" Target="/ppt/slideLayouts/slideLayout13.xml" Id="R4e4383ad3e7b4472" /><Relationship Type="http://schemas.openxmlformats.org/officeDocument/2006/relationships/slideLayout" Target="/ppt/slideLayouts/slideLayout14.xml" Id="R36bdf21102274681" /><Relationship Type="http://schemas.openxmlformats.org/officeDocument/2006/relationships/slideLayout" Target="/ppt/slideLayouts/slideLayout15.xml" Id="R624c1f8aaac54174" /><Relationship Type="http://schemas.openxmlformats.org/officeDocument/2006/relationships/slideLayout" Target="/ppt/slideLayouts/slideLayout16.xml" Id="R728a001ac3f64f9b" /><Relationship Type="http://schemas.openxmlformats.org/officeDocument/2006/relationships/slideLayout" Target="/ppt/slideLayouts/slideLayout17.xml" Id="Rbebfe24805ab4ba7" /><Relationship Type="http://schemas.openxmlformats.org/officeDocument/2006/relationships/slideLayout" Target="/ppt/slideLayouts/slideLayout18.xml" Id="R109bc8150e3b4932" /><Relationship Type="http://schemas.openxmlformats.org/officeDocument/2006/relationships/slideLayout" Target="/ppt/slideLayouts/slideLayout19.xml" Id="Rfa130be7d64f4425" /><Relationship Type="http://schemas.openxmlformats.org/officeDocument/2006/relationships/slideLayout" Target="/ppt/slideLayouts/slideLayout20.xml" Id="R1e59ad30440b4723" /><Relationship Type="http://schemas.openxmlformats.org/officeDocument/2006/relationships/slideLayout" Target="/ppt/slideLayouts/slideLayout21.xml" Id="R3b989a641f094bdd" /><Relationship Type="http://schemas.openxmlformats.org/officeDocument/2006/relationships/slideLayout" Target="/ppt/slideLayouts/slideLayout22.xml" Id="Rd55c39bf6c1944ed" /><Relationship Type="http://schemas.openxmlformats.org/officeDocument/2006/relationships/slideLayout" Target="/ppt/slideLayouts/slideLayout23.xml" Id="R1efc8f1342fb4044" /><Relationship Type="http://schemas.openxmlformats.org/officeDocument/2006/relationships/slideLayout" Target="/ppt/slideLayouts/slideLayout24.xml" Id="Rbfea15a4737b43f1" /><Relationship Type="http://schemas.openxmlformats.org/officeDocument/2006/relationships/slideLayout" Target="/ppt/slideLayouts/slideLayout25.xml" Id="R32554feb8b6047db"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B6B2772F-802F-4B60-B2CC-7B09C56E065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6492BEA6-6B76-46B5-A0A9-A5BCB2DB293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CC317FFF-E215-4AE0-8333-118704D4D24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b345f6799604d96"/>
    <p:sldLayoutId xmlns:r="http://schemas.openxmlformats.org/officeDocument/2006/relationships" id="2147483650" r:id="Rfd7ab46c76fb499f"/>
    <p:sldLayoutId xmlns:r="http://schemas.openxmlformats.org/officeDocument/2006/relationships" id="2147483651" r:id="Re3bb4a8789f440da"/>
    <p:sldLayoutId xmlns:r="http://schemas.openxmlformats.org/officeDocument/2006/relationships" id="2147483652" r:id="R7c25e0c7e8e9430f"/>
    <p:sldLayoutId xmlns:r="http://schemas.openxmlformats.org/officeDocument/2006/relationships" id="2147483653" r:id="R91ca5a7f639948c8"/>
    <p:sldLayoutId xmlns:r="http://schemas.openxmlformats.org/officeDocument/2006/relationships" id="2147483654" r:id="R05e9c0d3a04c4b46"/>
    <p:sldLayoutId xmlns:r="http://schemas.openxmlformats.org/officeDocument/2006/relationships" id="2147483655" r:id="R0709239881554cf6"/>
    <p:sldLayoutId xmlns:r="http://schemas.openxmlformats.org/officeDocument/2006/relationships" id="2147483656" r:id="R818320a0adb54d4c"/>
    <p:sldLayoutId xmlns:r="http://schemas.openxmlformats.org/officeDocument/2006/relationships" id="2147483657" r:id="R4ec714eb868c4544"/>
    <p:sldLayoutId xmlns:r="http://schemas.openxmlformats.org/officeDocument/2006/relationships" id="2147483658" r:id="R149f14ef4ede4fd0"/>
    <p:sldLayoutId xmlns:r="http://schemas.openxmlformats.org/officeDocument/2006/relationships" id="2147483659" r:id="R96930cbbcbd94e8e"/>
    <p:sldLayoutId xmlns:r="http://schemas.openxmlformats.org/officeDocument/2006/relationships" id="2147483660" r:id="R0bafcbe79fbf4b3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C555CDF5-B62C-4F39-A921-8B59EAB59E2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D870C8E2-23DE-4DF1-98E6-8DE1F42287B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59" name="Google Shape;59;p14">
            <a:extLst xmlns:a="http://schemas.openxmlformats.org/drawingml/2006/main">
              <a:ext uri="{FF2B5EF4-FFF2-40B4-BE49-F238E27FC236}">
                <a16:creationId xmlns:a16="http://schemas.microsoft.com/office/drawing/2014/main" id="{FF5869A2-6F8F-4EB5-AAA0-ABAD0A2B348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2" r:id="R4e4383ad3e7b4472"/>
    <p:sldLayoutId xmlns:r="http://schemas.openxmlformats.org/officeDocument/2006/relationships" id="2147483663" r:id="R36bdf21102274681"/>
    <p:sldLayoutId xmlns:r="http://schemas.openxmlformats.org/officeDocument/2006/relationships" id="2147483664" r:id="R624c1f8aaac54174"/>
    <p:sldLayoutId xmlns:r="http://schemas.openxmlformats.org/officeDocument/2006/relationships" id="2147483665" r:id="R728a001ac3f64f9b"/>
    <p:sldLayoutId xmlns:r="http://schemas.openxmlformats.org/officeDocument/2006/relationships" id="2147483666" r:id="Rbebfe24805ab4ba7"/>
    <p:sldLayoutId xmlns:r="http://schemas.openxmlformats.org/officeDocument/2006/relationships" id="2147483667" r:id="R109bc8150e3b4932"/>
    <p:sldLayoutId xmlns:r="http://schemas.openxmlformats.org/officeDocument/2006/relationships" id="2147483668" r:id="Rfa130be7d64f4425"/>
    <p:sldLayoutId xmlns:r="http://schemas.openxmlformats.org/officeDocument/2006/relationships" id="2147483669" r:id="R1e59ad30440b4723"/>
    <p:sldLayoutId xmlns:r="http://schemas.openxmlformats.org/officeDocument/2006/relationships" id="2147483670" r:id="R3b989a641f094bdd"/>
    <p:sldLayoutId xmlns:r="http://schemas.openxmlformats.org/officeDocument/2006/relationships" id="2147483671" r:id="Rd55c39bf6c1944ed"/>
    <p:sldLayoutId xmlns:r="http://schemas.openxmlformats.org/officeDocument/2006/relationships" id="2147483672" r:id="R1efc8f1342fb4044"/>
    <p:sldLayoutId xmlns:r="http://schemas.openxmlformats.org/officeDocument/2006/relationships" id="2147483673" r:id="Rbfea15a4737b43f1"/>
    <p:sldLayoutId xmlns:r="http://schemas.openxmlformats.org/officeDocument/2006/relationships" id="2147483674" r:id="R32554feb8b6047d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3.xml" Id="Rdd9798385e30400c" /><Relationship Type="http://schemas.openxmlformats.org/officeDocument/2006/relationships/notesSlide" Target="/ppt/notesSlides/notesSlide1.xml" Id="R45c3533cb41244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23.xml" Id="R2e427952c3a8489d" /><Relationship Type="http://schemas.openxmlformats.org/officeDocument/2006/relationships/image" Target="/ppt/media/image.jpeg" Id="R8c9d4238cb974008" /><Relationship Type="http://schemas.openxmlformats.org/officeDocument/2006/relationships/image" Target="/ppt/media/image2.jpeg" Id="Ra5b58ed3e1464a49" /><Relationship Type="http://schemas.openxmlformats.org/officeDocument/2006/relationships/image" Target="/ppt/media/image3.jpeg" Id="Rba1f5063b7a7439a" /><Relationship Type="http://schemas.openxmlformats.org/officeDocument/2006/relationships/notesSlide" Target="/ppt/notesSlides/notesSlide2.xml" Id="Rb1de70bfe05f4f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3.xml" Id="Rad9eb39d45aa4428" /><Relationship Type="http://schemas.openxmlformats.org/officeDocument/2006/relationships/image" Target="/ppt/media/image4.jpeg" Id="Rd7989699490c48b8" /><Relationship Type="http://schemas.openxmlformats.org/officeDocument/2006/relationships/image" Target="/ppt/media/image5.jpeg" Id="R8aae85604f6d48d0" /><Relationship Type="http://schemas.openxmlformats.org/officeDocument/2006/relationships/image" Target="/ppt/media/image6.jpeg" Id="Rff0893554e39438b" /><Relationship Type="http://schemas.openxmlformats.org/officeDocument/2006/relationships/notesSlide" Target="/ppt/notesSlides/notesSlide3.xml" Id="Rd6f43ef87d0e4e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3.xml" Id="R990ca64c1ddc41ef" /><Relationship Type="http://schemas.openxmlformats.org/officeDocument/2006/relationships/image" Target="/ppt/media/image7.jpeg" Id="R1ee27d8493c548d2" /><Relationship Type="http://schemas.openxmlformats.org/officeDocument/2006/relationships/image" Target="/ppt/media/image8.jpeg" Id="R096a0c834e02418d" /><Relationship Type="http://schemas.openxmlformats.org/officeDocument/2006/relationships/notesSlide" Target="/ppt/notesSlides/notesSlide4.xml" Id="Rb8f0df47d3e243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3.xml" Id="R53bb06bca3b84519" /><Relationship Type="http://schemas.openxmlformats.org/officeDocument/2006/relationships/image" Target="/ppt/media/image9.jpeg" Id="R6bad817f68d2405b" /><Relationship Type="http://schemas.openxmlformats.org/officeDocument/2006/relationships/image" Target="/ppt/media/image10.jpeg" Id="R8e62275f677f4193" /><Relationship Type="http://schemas.openxmlformats.org/officeDocument/2006/relationships/image" Target="/ppt/media/image11.jpeg" Id="Rebee6247911948c7" /><Relationship Type="http://schemas.openxmlformats.org/officeDocument/2006/relationships/image" Target="/ppt/media/image12.jpeg" Id="R6d06c06cf3844c99" /><Relationship Type="http://schemas.openxmlformats.org/officeDocument/2006/relationships/notesSlide" Target="/ppt/notesSlides/notesSlide5.xml" Id="Rd07450faa0414a5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1" name="Google Shape;121;p29">
            <a:extLst xmlns:a="http://schemas.openxmlformats.org/drawingml/2006/main">
              <a:ext uri="{FF2B5EF4-FFF2-40B4-BE49-F238E27FC236}">
                <a16:creationId xmlns:a16="http://schemas.microsoft.com/office/drawing/2014/main" id="{6EB2AA3F-13DE-4486-9EA9-A1157577D57D}"/>
              </a:ext>
            </a:extLst>
          </p:cNvPr>
          <p:cNvSpPr>
            <a:spLocks xmlns:a="http://schemas.openxmlformats.org/drawingml/2006/main" noGrp="1"/>
          </p:cNvSpPr>
          <p:nvPr/>
        </p:nvSpPr>
        <p:spPr>
          <a:xfrm xmlns:a="http://schemas.openxmlformats.org/drawingml/2006/main">
            <a:off x="185250" y="1850075"/>
            <a:ext cx="8723100" cy="8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4000" b="1">
                <a:solidFill>
                  <a:schemeClr val="dk2"/>
                </a:solidFill>
              </a:rPr>
              <a:t>のみログ</a:t>
            </a:r>
            <a:endParaRPr sz="4000" b="1">
              <a:solidFill>
                <a:schemeClr val="dk2"/>
              </a:solidFill>
            </a:endParaRPr>
          </a:p>
        </p:txBody>
      </p:sp>
      <p:sp>
        <p:nvSpPr>
          <p:cNvPr id="122" name="Google Shape;122;p29">
            <a:extLst xmlns:a="http://schemas.openxmlformats.org/drawingml/2006/main">
              <a:ext uri="{FF2B5EF4-FFF2-40B4-BE49-F238E27FC236}">
                <a16:creationId xmlns:a16="http://schemas.microsoft.com/office/drawing/2014/main" id="{F4587B3E-409B-47D4-81BA-421660FADE8C}"/>
              </a:ext>
            </a:extLst>
          </p:cNvPr>
          <p:cNvSpPr>
            <a:spLocks xmlns:a="http://schemas.openxmlformats.org/drawingml/2006/main" noGrp="1"/>
          </p:cNvSpPr>
          <p:nvPr/>
        </p:nvSpPr>
        <p:spPr>
          <a:xfrm xmlns:a="http://schemas.openxmlformats.org/drawingml/2006/main">
            <a:off x="185250" y="2749775"/>
            <a:ext cx="48498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900" b="1">
                <a:solidFill>
                  <a:srgbClr val="595959"/>
                </a:solidFill>
              </a:rPr>
              <a:t>プロダクトの種類 : Webアプリ</a:t>
            </a:r>
            <a:endParaRPr sz="900" b="1">
              <a:solidFill>
                <a:srgbClr val="595959"/>
              </a:solidFill>
            </a:endParaRPr>
          </a:p>
        </p:txBody>
      </p:sp>
    </p:spTree>
    <p:extLst>
      <p:ext uri="{BB962C8B-B14F-4D97-AF65-F5344CB8AC3E}">
        <p14:creationId xmlns:p14="http://schemas.microsoft.com/office/powerpoint/2010/main" val="51264693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7" name="Google Shape;127;p30">
            <a:extLst xmlns:a="http://schemas.openxmlformats.org/drawingml/2006/main">
              <a:ext uri="{FF2B5EF4-FFF2-40B4-BE49-F238E27FC236}">
                <a16:creationId xmlns:a16="http://schemas.microsoft.com/office/drawing/2014/main" id="{157CEB65-EB54-4A73-87B9-6E8492C1FECD}"/>
              </a:ext>
            </a:extLst>
          </p:cNvPr>
          <p:cNvSpPr>
            <a:spLocks xmlns:a="http://schemas.openxmlformats.org/drawingml/2006/main" noGrp="1"/>
          </p:cNvSpPr>
          <p:nvPr/>
        </p:nvSpPr>
        <p:spPr>
          <a:xfrm xmlns:a="http://schemas.openxmlformats.org/drawingml/2006/main">
            <a:off x="172373" y="525250"/>
            <a:ext cx="41877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900">
                <a:solidFill>
                  <a:schemeClr val="dk2"/>
                </a:solidFill>
                <a:latin typeface="M PLUS 1p Medium"/>
                <a:ea typeface="M PLUS 1p Medium"/>
                <a:cs typeface="M PLUS 1p Medium"/>
              </a:rPr>
              <a:t>プロダクトの機能</a:t>
            </a:r>
            <a:endParaRPr sz="900">
              <a:solidFill>
                <a:schemeClr val="dk2"/>
              </a:solidFill>
              <a:latin typeface="M PLUS 1p Medium"/>
              <a:ea typeface="M PLUS 1p Medium"/>
              <a:cs typeface="M PLUS 1p Medium"/>
            </a:endParaRPr>
          </a:p>
        </p:txBody>
      </p:sp>
      <p:sp>
        <p:nvSpPr>
          <p:cNvPr id="128" name="Google Shape;128;p30">
            <a:extLst xmlns:a="http://schemas.openxmlformats.org/drawingml/2006/main">
              <a:ext uri="{FF2B5EF4-FFF2-40B4-BE49-F238E27FC236}">
                <a16:creationId xmlns:a16="http://schemas.microsoft.com/office/drawing/2014/main" id="{EDE27443-E5F4-468C-8991-DFF964498635}"/>
              </a:ext>
            </a:extLst>
          </p:cNvPr>
          <p:cNvSpPr>
            <a:spLocks xmlns:a="http://schemas.openxmlformats.org/drawingml/2006/main" noGrp="1"/>
          </p:cNvSpPr>
          <p:nvPr/>
        </p:nvSpPr>
        <p:spPr>
          <a:xfrm xmlns:a="http://schemas.openxmlformats.org/drawingml/2006/main">
            <a:off x="4619888" y="881000"/>
            <a:ext cx="2438400" cy="1839000"/>
          </a:xfrm>
          <a:prstGeom xmlns:a="http://schemas.openxmlformats.org/drawingml/2006/main" prst="rect">
            <a:avLst/>
          </a:prstGeom>
          <a:solidFill xmlns:a="http://schemas.openxmlformats.org/drawingml/2006/main">
            <a:srgbClr val="F4CCCC"/>
          </a:solidFill>
          <a:ln xmlns:a="http://schemas.openxmlformats.org/drawingml/2006/main" w="38100" cmpd="sng">
            <a:solidFill>
              <a:srgbClr val="E0666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29" name="Google Shape;129;p30">
            <a:extLst xmlns:a="http://schemas.openxmlformats.org/drawingml/2006/main">
              <a:ext uri="{FF2B5EF4-FFF2-40B4-BE49-F238E27FC236}">
                <a16:creationId xmlns:a16="http://schemas.microsoft.com/office/drawing/2014/main" id="{27911F0E-A14B-416A-B2C1-95949850FC45}"/>
              </a:ext>
            </a:extLst>
          </p:cNvPr>
          <p:cNvSpPr>
            <a:spLocks xmlns:a="http://schemas.openxmlformats.org/drawingml/2006/main" noGrp="1"/>
          </p:cNvSpPr>
          <p:nvPr/>
        </p:nvSpPr>
        <p:spPr>
          <a:xfrm xmlns:a="http://schemas.openxmlformats.org/drawingml/2006/main">
            <a:off x="4627463" y="960950"/>
            <a:ext cx="2362500" cy="179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None/>
            </a:pPr>
            <a:r>
              <a:rPr sz="800">
                <a:solidFill>
                  <a:schemeClr val="dk1"/>
                </a:solidFill>
              </a:rPr>
              <a:t>検索で商品名やメーカー名から探せます。</a:t>
            </a:r>
            <a:endParaRPr sz="800">
              <a:solidFill>
                <a:schemeClr val="dk1"/>
              </a:solidFill>
            </a:endParaRPr>
          </a:p>
        </p:txBody>
      </p:sp>
      <p:sp>
        <p:nvSpPr>
          <p:cNvPr id="130" name="Google Shape;130;p30">
            <a:extLst xmlns:a="http://schemas.openxmlformats.org/drawingml/2006/main">
              <a:ext uri="{FF2B5EF4-FFF2-40B4-BE49-F238E27FC236}">
                <a16:creationId xmlns:a16="http://schemas.microsoft.com/office/drawing/2014/main" id="{25E5C87E-0617-4FD6-ABEF-956D6912C134}"/>
              </a:ext>
            </a:extLst>
          </p:cNvPr>
          <p:cNvSpPr>
            <a:spLocks xmlns:a="http://schemas.openxmlformats.org/drawingml/2006/main" noGrp="1"/>
          </p:cNvSpPr>
          <p:nvPr/>
        </p:nvSpPr>
        <p:spPr>
          <a:xfrm xmlns:a="http://schemas.openxmlformats.org/drawingml/2006/main">
            <a:off x="4619888" y="2981125"/>
            <a:ext cx="2438400" cy="1839000"/>
          </a:xfrm>
          <a:prstGeom xmlns:a="http://schemas.openxmlformats.org/drawingml/2006/main" prst="rect">
            <a:avLst/>
          </a:prstGeom>
          <a:solidFill xmlns:a="http://schemas.openxmlformats.org/drawingml/2006/main">
            <a:srgbClr val="F4CCCC"/>
          </a:solidFill>
          <a:ln xmlns:a="http://schemas.openxmlformats.org/drawingml/2006/main" w="38100" cmpd="sng">
            <a:solidFill>
              <a:srgbClr val="E0666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31" name="Google Shape;131;p30">
            <a:extLst xmlns:a="http://schemas.openxmlformats.org/drawingml/2006/main">
              <a:ext uri="{FF2B5EF4-FFF2-40B4-BE49-F238E27FC236}">
                <a16:creationId xmlns:a16="http://schemas.microsoft.com/office/drawing/2014/main" id="{9DFBDF46-2786-42A5-86C6-A8C2D651DB67}"/>
              </a:ext>
            </a:extLst>
          </p:cNvPr>
          <p:cNvSpPr>
            <a:spLocks xmlns:a="http://schemas.openxmlformats.org/drawingml/2006/main" noGrp="1"/>
          </p:cNvSpPr>
          <p:nvPr/>
        </p:nvSpPr>
        <p:spPr>
          <a:xfrm xmlns:a="http://schemas.openxmlformats.org/drawingml/2006/main">
            <a:off x="4627463" y="3061075"/>
            <a:ext cx="2362500" cy="179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None/>
            </a:pPr>
            <a:r>
              <a:rPr sz="800">
                <a:solidFill>
                  <a:schemeClr val="dk1"/>
                </a:solidFill>
              </a:rPr>
              <a:t>商品詳細で星評価と甘さ・炭酸・コスパを比較できます。</a:t>
            </a:r>
            <a:endParaRPr sz="800">
              <a:solidFill>
                <a:schemeClr val="dk1"/>
              </a:solidFill>
            </a:endParaRPr>
          </a:p>
        </p:txBody>
      </p:sp>
      <p:sp>
        <p:nvSpPr>
          <p:cNvPr id="134" name="Google Shape;134;p30">
            <a:extLst xmlns:a="http://schemas.openxmlformats.org/drawingml/2006/main">
              <a:ext uri="{FF2B5EF4-FFF2-40B4-BE49-F238E27FC236}">
                <a16:creationId xmlns:a16="http://schemas.microsoft.com/office/drawing/2014/main" id="{5AE6EBDA-FE38-4567-8C6A-15DFE15F6752}"/>
              </a:ext>
            </a:extLst>
          </p:cNvPr>
          <p:cNvSpPr>
            <a:spLocks xmlns:a="http://schemas.openxmlformats.org/drawingml/2006/main" noGrp="1"/>
          </p:cNvSpPr>
          <p:nvPr/>
        </p:nvSpPr>
        <p:spPr>
          <a:xfrm xmlns:a="http://schemas.openxmlformats.org/drawingml/2006/main">
            <a:off x="267650" y="881000"/>
            <a:ext cx="4065000" cy="818700"/>
          </a:xfrm>
          <a:prstGeom xmlns:a="http://schemas.openxmlformats.org/drawingml/2006/main" prst="rect">
            <a:avLst/>
          </a:prstGeom>
          <a:solidFill xmlns:a="http://schemas.openxmlformats.org/drawingml/2006/main">
            <a:srgbClr val="F4CCCC"/>
          </a:solidFill>
          <a:ln xmlns:a="http://schemas.openxmlformats.org/drawingml/2006/main" w="41800" cmpd="sng">
            <a:solidFill>
              <a:srgbClr val="E06666"/>
            </a:solidFill>
            <a:prstDash val="solid"/>
            <a:headEnd type="none" w="sm" len="sm"/>
            <a:tailEnd type="none" w="sm" len="sm"/>
          </a:ln>
        </p:spPr>
        <p:txBody>
          <a:bodyPr xmlns:a="http://schemas.openxmlformats.org/drawingml/2006/main" spcFirstLastPara="1" wrap="square" lIns="100275" tIns="100275" rIns="100275" bIns="100275" anchor="ctr">
            <a:noAutofit/>
          </a:bodyPr>
          <a:lstStyle xmlns:a="http://schemas.openxmlformats.org/drawingml/2006/main"/>
          <a:p xmlns:a="http://schemas.openxmlformats.org/drawingml/2006/main">
            <a:pPr marL="0" lvl="0" indent="0" algn="ctr">
              <a:spcBef>
                <a:spcPts val="0"/>
              </a:spcBef>
              <a:spcAft>
                <a:spcPts val="0"/>
              </a:spcAft>
              <a:buNone/>
            </a:pPr>
            <a:r>
              <a:t/>
            </a:r>
            <a:endParaRPr sz="1536"/>
          </a:p>
        </p:txBody>
      </p:sp>
      <p:sp>
        <p:nvSpPr>
          <p:cNvPr id="135" name="Google Shape;135;p30">
            <a:extLst xmlns:a="http://schemas.openxmlformats.org/drawingml/2006/main">
              <a:ext uri="{FF2B5EF4-FFF2-40B4-BE49-F238E27FC236}">
                <a16:creationId xmlns:a16="http://schemas.microsoft.com/office/drawing/2014/main" id="{4F2DDF95-1943-4016-9E45-FECAD5FF92D0}"/>
              </a:ext>
            </a:extLst>
          </p:cNvPr>
          <p:cNvSpPr>
            <a:spLocks xmlns:a="http://schemas.openxmlformats.org/drawingml/2006/main" noGrp="1"/>
          </p:cNvSpPr>
          <p:nvPr/>
        </p:nvSpPr>
        <p:spPr>
          <a:xfrm xmlns:a="http://schemas.openxmlformats.org/drawingml/2006/main">
            <a:off x="280279" y="916598"/>
            <a:ext cx="3938700" cy="79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275" tIns="100275" rIns="100275" bIns="100275" anchor="t">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1207"/>
              <a:buFont typeface="Arial"/>
              <a:buNone/>
            </a:pPr>
            <a:r>
              <a:rPr sz="877">
                <a:solidFill>
                  <a:schemeClr val="dk1"/>
                </a:solidFill>
              </a:rPr>
              <a:t>ホームで、話題の一本と最新レビューをすぐに見つけられます。</a:t>
            </a:r>
            <a:endParaRPr sz="877">
              <a:solidFill>
                <a:schemeClr val="dk1"/>
              </a:solidFill>
            </a:endParaRPr>
          </a:p>
        </p:txBody>
      </p:sp>
      <p:pic>
        <p:nvPicPr>
          <p:cNvPr id="146" name=""/>
          <p:cNvPicPr>
            <a:picLocks xmlns:a="http://schemas.openxmlformats.org/drawingml/2006/main" noChangeAspect="1"/>
          </p:cNvPicPr>
          <p:nvPr/>
        </p:nvPicPr>
        <p:blipFill>
          <a:blip xmlns:r="http://schemas.openxmlformats.org/officeDocument/2006/relationships" xmlns:a="http://schemas.openxmlformats.org/drawingml/2006/main" r:embed="R8c9d4238cb974008"/>
          <a:stretch xmlns:a="http://schemas.openxmlformats.org/drawingml/2006/main"/>
        </p:blipFill>
        <p:spPr>
          <a:xfrm xmlns:a="http://schemas.openxmlformats.org/drawingml/2006/main">
            <a:off x="267653" y="2030693"/>
            <a:ext cx="4064984" cy="2541820"/>
          </a:xfrm>
          <a:prstGeom xmlns:a="http://schemas.openxmlformats.org/drawingml/2006/main" prst="rect">
            <a:avLst/>
          </a:prstGeom>
        </p:spPr>
      </p:pic>
      <p:pic>
        <p:nvPicPr>
          <p:cNvPr id="147" name=""/>
          <p:cNvPicPr>
            <a:picLocks xmlns:a="http://schemas.openxmlformats.org/drawingml/2006/main" noChangeAspect="1"/>
          </p:cNvPicPr>
          <p:nvPr/>
        </p:nvPicPr>
        <p:blipFill>
          <a:blip xmlns:r="http://schemas.openxmlformats.org/officeDocument/2006/relationships" xmlns:a="http://schemas.openxmlformats.org/drawingml/2006/main" r:embed="Ra5b58ed3e1464a49"/>
          <a:stretch xmlns:a="http://schemas.openxmlformats.org/drawingml/2006/main"/>
        </p:blipFill>
        <p:spPr>
          <a:xfrm xmlns:a="http://schemas.openxmlformats.org/drawingml/2006/main">
            <a:off x="7590548" y="880967"/>
            <a:ext cx="849288" cy="1838992"/>
          </a:xfrm>
          <a:prstGeom xmlns:a="http://schemas.openxmlformats.org/drawingml/2006/main" prst="rect">
            <a:avLst/>
          </a:prstGeom>
        </p:spPr>
      </p:pic>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ba1f5063b7a7439a"/>
          <a:stretch xmlns:a="http://schemas.openxmlformats.org/drawingml/2006/main"/>
        </p:blipFill>
        <p:spPr>
          <a:xfrm xmlns:a="http://schemas.openxmlformats.org/drawingml/2006/main">
            <a:off x="7590307" y="2981135"/>
            <a:ext cx="849771" cy="1838992"/>
          </a:xfrm>
          <a:prstGeom xmlns:a="http://schemas.openxmlformats.org/drawingml/2006/main" prst="rect">
            <a:avLst/>
          </a:prstGeom>
        </p:spPr>
      </p:pic>
    </p:spTree>
    <p:extLst>
      <p:ext uri="{BB962C8B-B14F-4D97-AF65-F5344CB8AC3E}">
        <p14:creationId xmlns:p14="http://schemas.microsoft.com/office/powerpoint/2010/main" val="119480919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1" name="Google Shape;141;p31">
            <a:extLst xmlns:a="http://schemas.openxmlformats.org/drawingml/2006/main">
              <a:ext uri="{FF2B5EF4-FFF2-40B4-BE49-F238E27FC236}">
                <a16:creationId xmlns:a16="http://schemas.microsoft.com/office/drawing/2014/main" id="{C5A382BB-2CB7-4BC2-B70C-B5C0A4F5D43C}"/>
              </a:ext>
            </a:extLst>
          </p:cNvPr>
          <p:cNvSpPr>
            <a:spLocks xmlns:a="http://schemas.openxmlformats.org/drawingml/2006/main" noGrp="1"/>
          </p:cNvSpPr>
          <p:nvPr/>
        </p:nvSpPr>
        <p:spPr>
          <a:xfrm xmlns:a="http://schemas.openxmlformats.org/drawingml/2006/main">
            <a:off x="172373" y="525250"/>
            <a:ext cx="41877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900">
                <a:solidFill>
                  <a:schemeClr val="dk2"/>
                </a:solidFill>
                <a:latin typeface="M PLUS 1p Medium"/>
                <a:ea typeface="M PLUS 1p Medium"/>
                <a:cs typeface="M PLUS 1p Medium"/>
              </a:rPr>
              <a:t>プロダクトの機能</a:t>
            </a:r>
            <a:endParaRPr sz="900">
              <a:solidFill>
                <a:schemeClr val="dk2"/>
              </a:solidFill>
              <a:latin typeface="M PLUS 1p Medium"/>
              <a:ea typeface="M PLUS 1p Medium"/>
              <a:cs typeface="M PLUS 1p Medium"/>
            </a:endParaRPr>
          </a:p>
        </p:txBody>
      </p:sp>
      <p:sp>
        <p:nvSpPr>
          <p:cNvPr id="142" name="Google Shape;142;p31">
            <a:extLst xmlns:a="http://schemas.openxmlformats.org/drawingml/2006/main">
              <a:ext uri="{FF2B5EF4-FFF2-40B4-BE49-F238E27FC236}">
                <a16:creationId xmlns:a16="http://schemas.microsoft.com/office/drawing/2014/main" id="{257A4C29-4507-4A61-96EA-EA5081E0B01E}"/>
              </a:ext>
            </a:extLst>
          </p:cNvPr>
          <p:cNvSpPr>
            <a:spLocks xmlns:a="http://schemas.openxmlformats.org/drawingml/2006/main" noGrp="1"/>
          </p:cNvSpPr>
          <p:nvPr/>
        </p:nvSpPr>
        <p:spPr>
          <a:xfrm xmlns:a="http://schemas.openxmlformats.org/drawingml/2006/main">
            <a:off x="267650" y="881000"/>
            <a:ext cx="2674500" cy="818700"/>
          </a:xfrm>
          <a:prstGeom xmlns:a="http://schemas.openxmlformats.org/drawingml/2006/main" prst="rect">
            <a:avLst/>
          </a:prstGeom>
          <a:solidFill xmlns:a="http://schemas.openxmlformats.org/drawingml/2006/main">
            <a:srgbClr val="F4CCCC"/>
          </a:solidFill>
          <a:ln xmlns:a="http://schemas.openxmlformats.org/drawingml/2006/main" w="41800" cmpd="sng">
            <a:solidFill>
              <a:srgbClr val="E06666"/>
            </a:solidFill>
            <a:prstDash val="solid"/>
            <a:headEnd type="none" w="sm" len="sm"/>
            <a:tailEnd type="none" w="sm" len="sm"/>
          </a:ln>
        </p:spPr>
        <p:txBody>
          <a:bodyPr xmlns:a="http://schemas.openxmlformats.org/drawingml/2006/main" spcFirstLastPara="1" wrap="square" lIns="100275" tIns="100275" rIns="100275" bIns="100275" anchor="ctr">
            <a:noAutofit/>
          </a:bodyPr>
          <a:lstStyle xmlns:a="http://schemas.openxmlformats.org/drawingml/2006/main"/>
          <a:p xmlns:a="http://schemas.openxmlformats.org/drawingml/2006/main">
            <a:pPr marL="0" lvl="0" indent="0" algn="ctr">
              <a:spcBef>
                <a:spcPts val="0"/>
              </a:spcBef>
              <a:spcAft>
                <a:spcPts val="0"/>
              </a:spcAft>
              <a:buNone/>
            </a:pPr>
            <a:r>
              <a:t/>
            </a:r>
            <a:endParaRPr sz="1536"/>
          </a:p>
        </p:txBody>
      </p:sp>
      <p:sp>
        <p:nvSpPr>
          <p:cNvPr id="143" name="Google Shape;143;p31">
            <a:extLst xmlns:a="http://schemas.openxmlformats.org/drawingml/2006/main">
              <a:ext uri="{FF2B5EF4-FFF2-40B4-BE49-F238E27FC236}">
                <a16:creationId xmlns:a16="http://schemas.microsoft.com/office/drawing/2014/main" id="{5F61D49A-4357-4964-81F1-4EF1C805E040}"/>
              </a:ext>
            </a:extLst>
          </p:cNvPr>
          <p:cNvSpPr>
            <a:spLocks xmlns:a="http://schemas.openxmlformats.org/drawingml/2006/main" noGrp="1"/>
          </p:cNvSpPr>
          <p:nvPr/>
        </p:nvSpPr>
        <p:spPr>
          <a:xfrm xmlns:a="http://schemas.openxmlformats.org/drawingml/2006/main">
            <a:off x="275959" y="916598"/>
            <a:ext cx="2591400" cy="79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275" tIns="100275" rIns="100275" bIns="100275" anchor="t">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1207"/>
              <a:buFont typeface="Arial"/>
              <a:buNone/>
            </a:pPr>
            <a:r>
              <a:rPr sz="877">
                <a:solidFill>
                  <a:schemeClr val="dk1"/>
                </a:solidFill>
              </a:rPr>
              <a:t>商品ページからレビューを開くと、商品が自動で選択されます。</a:t>
            </a:r>
            <a:endParaRPr sz="877">
              <a:solidFill>
                <a:schemeClr val="dk1"/>
              </a:solidFill>
            </a:endParaRPr>
          </a:p>
        </p:txBody>
      </p:sp>
      <p:sp>
        <p:nvSpPr>
          <p:cNvPr id="145" name="Google Shape;145;p31">
            <a:extLst xmlns:a="http://schemas.openxmlformats.org/drawingml/2006/main">
              <a:ext uri="{FF2B5EF4-FFF2-40B4-BE49-F238E27FC236}">
                <a16:creationId xmlns:a16="http://schemas.microsoft.com/office/drawing/2014/main" id="{9A10CDE4-0CDE-4702-A99C-48FE6DC0AA0E}"/>
              </a:ext>
            </a:extLst>
          </p:cNvPr>
          <p:cNvSpPr>
            <a:spLocks xmlns:a="http://schemas.openxmlformats.org/drawingml/2006/main" noGrp="1"/>
          </p:cNvSpPr>
          <p:nvPr/>
        </p:nvSpPr>
        <p:spPr>
          <a:xfrm xmlns:a="http://schemas.openxmlformats.org/drawingml/2006/main">
            <a:off x="3234750" y="881000"/>
            <a:ext cx="2674500" cy="818700"/>
          </a:xfrm>
          <a:prstGeom xmlns:a="http://schemas.openxmlformats.org/drawingml/2006/main" prst="rect">
            <a:avLst/>
          </a:prstGeom>
          <a:solidFill xmlns:a="http://schemas.openxmlformats.org/drawingml/2006/main">
            <a:srgbClr val="F4CCCC"/>
          </a:solidFill>
          <a:ln xmlns:a="http://schemas.openxmlformats.org/drawingml/2006/main" w="41800" cmpd="sng">
            <a:solidFill>
              <a:srgbClr val="E06666"/>
            </a:solidFill>
            <a:prstDash val="solid"/>
            <a:headEnd type="none" w="sm" len="sm"/>
            <a:tailEnd type="none" w="sm" len="sm"/>
          </a:ln>
        </p:spPr>
        <p:txBody>
          <a:bodyPr xmlns:a="http://schemas.openxmlformats.org/drawingml/2006/main" spcFirstLastPara="1" wrap="square" lIns="100275" tIns="100275" rIns="100275" bIns="100275" anchor="ctr">
            <a:noAutofit/>
          </a:bodyPr>
          <a:lstStyle xmlns:a="http://schemas.openxmlformats.org/drawingml/2006/main"/>
          <a:p xmlns:a="http://schemas.openxmlformats.org/drawingml/2006/main">
            <a:pPr marL="0" lvl="0" indent="0" algn="ctr">
              <a:spcBef>
                <a:spcPts val="0"/>
              </a:spcBef>
              <a:spcAft>
                <a:spcPts val="0"/>
              </a:spcAft>
              <a:buNone/>
            </a:pPr>
            <a:r>
              <a:t/>
            </a:r>
            <a:endParaRPr sz="1536"/>
          </a:p>
        </p:txBody>
      </p:sp>
      <p:sp>
        <p:nvSpPr>
          <p:cNvPr id="146" name="Google Shape;146;p31">
            <a:extLst xmlns:a="http://schemas.openxmlformats.org/drawingml/2006/main">
              <a:ext uri="{FF2B5EF4-FFF2-40B4-BE49-F238E27FC236}">
                <a16:creationId xmlns:a16="http://schemas.microsoft.com/office/drawing/2014/main" id="{34AD82BF-5059-476B-9045-1958EB7496F3}"/>
              </a:ext>
            </a:extLst>
          </p:cNvPr>
          <p:cNvSpPr>
            <a:spLocks xmlns:a="http://schemas.openxmlformats.org/drawingml/2006/main" noGrp="1"/>
          </p:cNvSpPr>
          <p:nvPr/>
        </p:nvSpPr>
        <p:spPr>
          <a:xfrm xmlns:a="http://schemas.openxmlformats.org/drawingml/2006/main">
            <a:off x="3243059" y="916598"/>
            <a:ext cx="2591400" cy="79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275" tIns="100275" rIns="100275" bIns="100275" anchor="t">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1207"/>
              <a:buFont typeface="Arial"/>
              <a:buNone/>
            </a:pPr>
            <a:r>
              <a:rPr sz="877">
                <a:solidFill>
                  <a:schemeClr val="dk1"/>
                </a:solidFill>
              </a:rPr>
              <a:t>星評価、味の指標、飲む場面、購入場所を短時間で入力できます。</a:t>
            </a:r>
            <a:endParaRPr sz="877">
              <a:solidFill>
                <a:schemeClr val="dk1"/>
              </a:solidFill>
            </a:endParaRPr>
          </a:p>
        </p:txBody>
      </p:sp>
      <p:sp>
        <p:nvSpPr>
          <p:cNvPr id="148" name="Google Shape;148;p31">
            <a:extLst xmlns:a="http://schemas.openxmlformats.org/drawingml/2006/main">
              <a:ext uri="{FF2B5EF4-FFF2-40B4-BE49-F238E27FC236}">
                <a16:creationId xmlns:a16="http://schemas.microsoft.com/office/drawing/2014/main" id="{C6BA9304-77C9-4CA5-A05A-3F5255522DD3}"/>
              </a:ext>
            </a:extLst>
          </p:cNvPr>
          <p:cNvSpPr>
            <a:spLocks xmlns:a="http://schemas.openxmlformats.org/drawingml/2006/main" noGrp="1"/>
          </p:cNvSpPr>
          <p:nvPr/>
        </p:nvSpPr>
        <p:spPr>
          <a:xfrm xmlns:a="http://schemas.openxmlformats.org/drawingml/2006/main">
            <a:off x="6201850" y="881000"/>
            <a:ext cx="2674500" cy="818700"/>
          </a:xfrm>
          <a:prstGeom xmlns:a="http://schemas.openxmlformats.org/drawingml/2006/main" prst="rect">
            <a:avLst/>
          </a:prstGeom>
          <a:solidFill xmlns:a="http://schemas.openxmlformats.org/drawingml/2006/main">
            <a:srgbClr val="F4CCCC"/>
          </a:solidFill>
          <a:ln xmlns:a="http://schemas.openxmlformats.org/drawingml/2006/main" w="41800" cmpd="sng">
            <a:solidFill>
              <a:srgbClr val="E06666"/>
            </a:solidFill>
            <a:prstDash val="solid"/>
            <a:headEnd type="none" w="sm" len="sm"/>
            <a:tailEnd type="none" w="sm" len="sm"/>
          </a:ln>
        </p:spPr>
        <p:txBody>
          <a:bodyPr xmlns:a="http://schemas.openxmlformats.org/drawingml/2006/main" spcFirstLastPara="1" wrap="square" lIns="100275" tIns="100275" rIns="100275" bIns="100275" anchor="ctr">
            <a:noAutofit/>
          </a:bodyPr>
          <a:lstStyle xmlns:a="http://schemas.openxmlformats.org/drawingml/2006/main"/>
          <a:p xmlns:a="http://schemas.openxmlformats.org/drawingml/2006/main">
            <a:pPr marL="0" lvl="0" indent="0" algn="ctr">
              <a:spcBef>
                <a:spcPts val="0"/>
              </a:spcBef>
              <a:spcAft>
                <a:spcPts val="0"/>
              </a:spcAft>
              <a:buNone/>
            </a:pPr>
            <a:r>
              <a:t/>
            </a:r>
            <a:endParaRPr sz="1536"/>
          </a:p>
        </p:txBody>
      </p:sp>
      <p:sp>
        <p:nvSpPr>
          <p:cNvPr id="149" name="Google Shape;149;p31">
            <a:extLst xmlns:a="http://schemas.openxmlformats.org/drawingml/2006/main">
              <a:ext uri="{FF2B5EF4-FFF2-40B4-BE49-F238E27FC236}">
                <a16:creationId xmlns:a16="http://schemas.microsoft.com/office/drawing/2014/main" id="{5CD857C1-78F5-475B-832B-36019D698803}"/>
              </a:ext>
            </a:extLst>
          </p:cNvPr>
          <p:cNvSpPr>
            <a:spLocks xmlns:a="http://schemas.openxmlformats.org/drawingml/2006/main" noGrp="1"/>
          </p:cNvSpPr>
          <p:nvPr/>
        </p:nvSpPr>
        <p:spPr>
          <a:xfrm xmlns:a="http://schemas.openxmlformats.org/drawingml/2006/main">
            <a:off x="6210159" y="916598"/>
            <a:ext cx="2591400" cy="79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275" tIns="100275" rIns="100275" bIns="100275" anchor="t">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1207"/>
              <a:buFont typeface="Arial"/>
              <a:buNone/>
            </a:pPr>
            <a:r>
              <a:rPr sz="877">
                <a:solidFill>
                  <a:schemeClr val="dk1"/>
                </a:solidFill>
              </a:rPr>
              <a:t>飲んだ感想はレビュー一覧へ共有され、次の人の選択に役立ちます。</a:t>
            </a:r>
            <a:endParaRPr sz="877">
              <a:solidFill>
                <a:schemeClr val="dk1"/>
              </a:solidFill>
            </a:endParaRPr>
          </a:p>
        </p:txBody>
      </p:sp>
      <p:pic>
        <p:nvPicPr>
          <p:cNvPr id="160" name=""/>
          <p:cNvPicPr>
            <a:picLocks xmlns:a="http://schemas.openxmlformats.org/drawingml/2006/main" noChangeAspect="1"/>
          </p:cNvPicPr>
          <p:nvPr/>
        </p:nvPicPr>
        <p:blipFill>
          <a:blip xmlns:r="http://schemas.openxmlformats.org/officeDocument/2006/relationships" xmlns:a="http://schemas.openxmlformats.org/drawingml/2006/main" r:embed="Rd7989699490c48b8"/>
          <a:stretch xmlns:a="http://schemas.openxmlformats.org/drawingml/2006/main"/>
        </p:blipFill>
        <p:spPr>
          <a:xfrm xmlns:a="http://schemas.openxmlformats.org/drawingml/2006/main">
            <a:off x="886823" y="1783175"/>
            <a:ext cx="1436184" cy="3109817"/>
          </a:xfrm>
          <a:prstGeom xmlns:a="http://schemas.openxmlformats.org/drawingml/2006/main" prst="rect">
            <a:avLst/>
          </a:prstGeom>
        </p:spPr>
      </p:pic>
      <p:pic>
        <p:nvPicPr>
          <p:cNvPr id="161" name=""/>
          <p:cNvPicPr>
            <a:picLocks xmlns:a="http://schemas.openxmlformats.org/drawingml/2006/main" noChangeAspect="1"/>
          </p:cNvPicPr>
          <p:nvPr/>
        </p:nvPicPr>
        <p:blipFill>
          <a:blip xmlns:r="http://schemas.openxmlformats.org/officeDocument/2006/relationships" xmlns:a="http://schemas.openxmlformats.org/drawingml/2006/main" r:embed="R8aae85604f6d48d0"/>
          <a:stretch xmlns:a="http://schemas.openxmlformats.org/drawingml/2006/main"/>
        </p:blipFill>
        <p:spPr>
          <a:xfrm xmlns:a="http://schemas.openxmlformats.org/drawingml/2006/main">
            <a:off x="3853956" y="1783175"/>
            <a:ext cx="1436184" cy="3109817"/>
          </a:xfrm>
          <a:prstGeom xmlns:a="http://schemas.openxmlformats.org/drawingml/2006/main" prst="rect">
            <a:avLst/>
          </a:prstGeom>
        </p:spPr>
      </p:pic>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ff0893554e39438b"/>
          <a:stretch xmlns:a="http://schemas.openxmlformats.org/drawingml/2006/main"/>
        </p:blipFill>
        <p:spPr>
          <a:xfrm xmlns:a="http://schemas.openxmlformats.org/drawingml/2006/main">
            <a:off x="6820585" y="1783175"/>
            <a:ext cx="1437001" cy="3109817"/>
          </a:xfrm>
          <a:prstGeom xmlns:a="http://schemas.openxmlformats.org/drawingml/2006/main" prst="rect">
            <a:avLst/>
          </a:prstGeom>
        </p:spPr>
      </p:pic>
    </p:spTree>
    <p:extLst>
      <p:ext uri="{BB962C8B-B14F-4D97-AF65-F5344CB8AC3E}">
        <p14:creationId xmlns:p14="http://schemas.microsoft.com/office/powerpoint/2010/main" val="133784426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55" name="Google Shape;155;p32">
            <a:extLst xmlns:a="http://schemas.openxmlformats.org/drawingml/2006/main">
              <a:ext uri="{FF2B5EF4-FFF2-40B4-BE49-F238E27FC236}">
                <a16:creationId xmlns:a16="http://schemas.microsoft.com/office/drawing/2014/main" id="{2302CC22-ABE7-4081-996B-2477132B7335}"/>
              </a:ext>
            </a:extLst>
          </p:cNvPr>
          <p:cNvSpPr>
            <a:spLocks xmlns:a="http://schemas.openxmlformats.org/drawingml/2006/main" noGrp="1"/>
          </p:cNvSpPr>
          <p:nvPr/>
        </p:nvSpPr>
        <p:spPr>
          <a:xfrm xmlns:a="http://schemas.openxmlformats.org/drawingml/2006/main">
            <a:off x="172373" y="525250"/>
            <a:ext cx="41877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900">
                <a:solidFill>
                  <a:schemeClr val="dk2"/>
                </a:solidFill>
                <a:latin typeface="M PLUS 1p Medium"/>
                <a:ea typeface="M PLUS 1p Medium"/>
                <a:cs typeface="M PLUS 1p Medium"/>
              </a:rPr>
              <a:t>プロダクトの機能</a:t>
            </a:r>
            <a:endParaRPr sz="900">
              <a:solidFill>
                <a:schemeClr val="dk2"/>
              </a:solidFill>
              <a:latin typeface="M PLUS 1p Medium"/>
              <a:ea typeface="M PLUS 1p Medium"/>
              <a:cs typeface="M PLUS 1p Medium"/>
            </a:endParaRPr>
          </a:p>
        </p:txBody>
      </p:sp>
      <p:sp>
        <p:nvSpPr>
          <p:cNvPr id="156" name="Google Shape;156;p32">
            <a:extLst xmlns:a="http://schemas.openxmlformats.org/drawingml/2006/main">
              <a:ext uri="{FF2B5EF4-FFF2-40B4-BE49-F238E27FC236}">
                <a16:creationId xmlns:a16="http://schemas.microsoft.com/office/drawing/2014/main" id="{73B6ECFB-E8DD-4F5E-8D99-FD75DEDA4B4A}"/>
              </a:ext>
            </a:extLst>
          </p:cNvPr>
          <p:cNvSpPr>
            <a:spLocks xmlns:a="http://schemas.openxmlformats.org/drawingml/2006/main" noGrp="1"/>
          </p:cNvSpPr>
          <p:nvPr/>
        </p:nvSpPr>
        <p:spPr>
          <a:xfrm xmlns:a="http://schemas.openxmlformats.org/drawingml/2006/main">
            <a:off x="267650" y="881000"/>
            <a:ext cx="4130100" cy="818700"/>
          </a:xfrm>
          <a:prstGeom xmlns:a="http://schemas.openxmlformats.org/drawingml/2006/main" prst="rect">
            <a:avLst/>
          </a:prstGeom>
          <a:solidFill xmlns:a="http://schemas.openxmlformats.org/drawingml/2006/main">
            <a:srgbClr val="F4CCCC"/>
          </a:solidFill>
          <a:ln xmlns:a="http://schemas.openxmlformats.org/drawingml/2006/main" w="41800" cmpd="sng">
            <a:solidFill>
              <a:srgbClr val="E06666"/>
            </a:solidFill>
            <a:prstDash val="solid"/>
            <a:headEnd type="none" w="sm" len="sm"/>
            <a:tailEnd type="none" w="sm" len="sm"/>
          </a:ln>
        </p:spPr>
        <p:txBody>
          <a:bodyPr xmlns:a="http://schemas.openxmlformats.org/drawingml/2006/main" spcFirstLastPara="1" wrap="square" lIns="100275" tIns="100275" rIns="100275" bIns="100275" anchor="ctr">
            <a:noAutofit/>
          </a:bodyPr>
          <a:lstStyle xmlns:a="http://schemas.openxmlformats.org/drawingml/2006/main"/>
          <a:p xmlns:a="http://schemas.openxmlformats.org/drawingml/2006/main">
            <a:pPr marL="0" lvl="0" indent="0" algn="ctr">
              <a:spcBef>
                <a:spcPts val="0"/>
              </a:spcBef>
              <a:spcAft>
                <a:spcPts val="0"/>
              </a:spcAft>
              <a:buNone/>
            </a:pPr>
            <a:r>
              <a:t/>
            </a:r>
            <a:endParaRPr sz="1536"/>
          </a:p>
        </p:txBody>
      </p:sp>
      <p:sp>
        <p:nvSpPr>
          <p:cNvPr id="157" name="Google Shape;157;p32">
            <a:extLst xmlns:a="http://schemas.openxmlformats.org/drawingml/2006/main">
              <a:ext uri="{FF2B5EF4-FFF2-40B4-BE49-F238E27FC236}">
                <a16:creationId xmlns:a16="http://schemas.microsoft.com/office/drawing/2014/main" id="{1BBFAE90-B163-4A52-9702-31C7BC9426C4}"/>
              </a:ext>
            </a:extLst>
          </p:cNvPr>
          <p:cNvSpPr>
            <a:spLocks xmlns:a="http://schemas.openxmlformats.org/drawingml/2006/main" noGrp="1"/>
          </p:cNvSpPr>
          <p:nvPr/>
        </p:nvSpPr>
        <p:spPr>
          <a:xfrm xmlns:a="http://schemas.openxmlformats.org/drawingml/2006/main">
            <a:off x="280480" y="916598"/>
            <a:ext cx="4001700" cy="79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275" tIns="100275" rIns="100275" bIns="100275" anchor="t">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1207"/>
              <a:buFont typeface="Arial"/>
              <a:buNone/>
            </a:pPr>
            <a:r>
              <a:rPr sz="877">
                <a:solidFill>
                  <a:schemeClr val="dk1"/>
                </a:solidFill>
              </a:rPr>
              <a:t>気になる商品はお気に入りに保存し、あとで見返せます。</a:t>
            </a:r>
            <a:endParaRPr sz="877">
              <a:solidFill>
                <a:schemeClr val="dk1"/>
              </a:solidFill>
            </a:endParaRPr>
          </a:p>
        </p:txBody>
      </p:sp>
      <p:sp>
        <p:nvSpPr>
          <p:cNvPr id="159" name="Google Shape;159;p32">
            <a:extLst xmlns:a="http://schemas.openxmlformats.org/drawingml/2006/main">
              <a:ext uri="{FF2B5EF4-FFF2-40B4-BE49-F238E27FC236}">
                <a16:creationId xmlns:a16="http://schemas.microsoft.com/office/drawing/2014/main" id="{777814AC-0D5F-4134-A824-F552C34C8A07}"/>
              </a:ext>
            </a:extLst>
          </p:cNvPr>
          <p:cNvSpPr>
            <a:spLocks xmlns:a="http://schemas.openxmlformats.org/drawingml/2006/main" noGrp="1"/>
          </p:cNvSpPr>
          <p:nvPr/>
        </p:nvSpPr>
        <p:spPr>
          <a:xfrm xmlns:a="http://schemas.openxmlformats.org/drawingml/2006/main">
            <a:off x="4740134" y="881000"/>
            <a:ext cx="4130100" cy="818700"/>
          </a:xfrm>
          <a:prstGeom xmlns:a="http://schemas.openxmlformats.org/drawingml/2006/main" prst="rect">
            <a:avLst/>
          </a:prstGeom>
          <a:solidFill xmlns:a="http://schemas.openxmlformats.org/drawingml/2006/main">
            <a:srgbClr val="F4CCCC"/>
          </a:solidFill>
          <a:ln xmlns:a="http://schemas.openxmlformats.org/drawingml/2006/main" w="41800" cmpd="sng">
            <a:solidFill>
              <a:srgbClr val="E06666"/>
            </a:solidFill>
            <a:prstDash val="solid"/>
            <a:headEnd type="none" w="sm" len="sm"/>
            <a:tailEnd type="none" w="sm" len="sm"/>
          </a:ln>
        </p:spPr>
        <p:txBody>
          <a:bodyPr xmlns:a="http://schemas.openxmlformats.org/drawingml/2006/main" spcFirstLastPara="1" wrap="square" lIns="100275" tIns="100275" rIns="100275" bIns="100275" anchor="ctr">
            <a:noAutofit/>
          </a:bodyPr>
          <a:lstStyle xmlns:a="http://schemas.openxmlformats.org/drawingml/2006/main"/>
          <a:p xmlns:a="http://schemas.openxmlformats.org/drawingml/2006/main">
            <a:pPr marL="0" lvl="0" indent="0" algn="ctr">
              <a:spcBef>
                <a:spcPts val="0"/>
              </a:spcBef>
              <a:spcAft>
                <a:spcPts val="0"/>
              </a:spcAft>
              <a:buNone/>
            </a:pPr>
            <a:r>
              <a:t/>
            </a:r>
            <a:endParaRPr sz="1536"/>
          </a:p>
        </p:txBody>
      </p:sp>
      <p:sp>
        <p:nvSpPr>
          <p:cNvPr id="160" name="Google Shape;160;p32">
            <a:extLst xmlns:a="http://schemas.openxmlformats.org/drawingml/2006/main">
              <a:ext uri="{FF2B5EF4-FFF2-40B4-BE49-F238E27FC236}">
                <a16:creationId xmlns:a16="http://schemas.microsoft.com/office/drawing/2014/main" id="{69D61028-EE37-4B64-B863-5238CF0BF666}"/>
              </a:ext>
            </a:extLst>
          </p:cNvPr>
          <p:cNvSpPr>
            <a:spLocks xmlns:a="http://schemas.openxmlformats.org/drawingml/2006/main" noGrp="1"/>
          </p:cNvSpPr>
          <p:nvPr/>
        </p:nvSpPr>
        <p:spPr>
          <a:xfrm xmlns:a="http://schemas.openxmlformats.org/drawingml/2006/main">
            <a:off x="4752965" y="916598"/>
            <a:ext cx="4001700" cy="79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275" tIns="100275" rIns="100275" bIns="100275" anchor="t">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1207"/>
              <a:buFont typeface="Arial"/>
              <a:buNone/>
            </a:pPr>
            <a:r>
              <a:rPr sz="877">
                <a:solidFill>
                  <a:schemeClr val="dk1"/>
                </a:solidFill>
              </a:rPr>
              <a:t>ログイン前でも公開レビューを見られ、価値を確かめてから登録できます。</a:t>
            </a:r>
            <a:endParaRPr sz="877">
              <a:solidFill>
                <a:schemeClr val="dk1"/>
              </a:solidFill>
            </a:endParaRPr>
          </a:p>
        </p:txBody>
      </p:sp>
      <p:pic>
        <p:nvPicPr>
          <p:cNvPr id="168" name=""/>
          <p:cNvPicPr>
            <a:picLocks xmlns:a="http://schemas.openxmlformats.org/drawingml/2006/main" noChangeAspect="1"/>
          </p:cNvPicPr>
          <p:nvPr/>
        </p:nvPicPr>
        <p:blipFill>
          <a:blip xmlns:r="http://schemas.openxmlformats.org/officeDocument/2006/relationships" xmlns:a="http://schemas.openxmlformats.org/drawingml/2006/main" r:embed="R1ee27d8493c548d2"/>
          <a:stretch xmlns:a="http://schemas.openxmlformats.org/drawingml/2006/main"/>
        </p:blipFill>
        <p:spPr>
          <a:xfrm xmlns:a="http://schemas.openxmlformats.org/drawingml/2006/main">
            <a:off x="1839700" y="1783175"/>
            <a:ext cx="986040" cy="3109817"/>
          </a:xfrm>
          <a:prstGeom xmlns:a="http://schemas.openxmlformats.org/drawingml/2006/main" prst="rect">
            <a:avLst/>
          </a:prstGeom>
        </p:spPr>
      </p:pic>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096a0c834e02418d"/>
          <a:stretch xmlns:a="http://schemas.openxmlformats.org/drawingml/2006/main"/>
        </p:blipFill>
        <p:spPr>
          <a:xfrm xmlns:a="http://schemas.openxmlformats.org/drawingml/2006/main">
            <a:off x="6086683" y="1783175"/>
            <a:ext cx="1437001" cy="3109817"/>
          </a:xfrm>
          <a:prstGeom xmlns:a="http://schemas.openxmlformats.org/drawingml/2006/main" prst="rect">
            <a:avLst/>
          </a:prstGeom>
        </p:spPr>
      </p:pic>
    </p:spTree>
    <p:extLst>
      <p:ext uri="{BB962C8B-B14F-4D97-AF65-F5344CB8AC3E}">
        <p14:creationId xmlns:p14="http://schemas.microsoft.com/office/powerpoint/2010/main" val="4209119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6" name="Google Shape;166;p33">
            <a:extLst xmlns:a="http://schemas.openxmlformats.org/drawingml/2006/main">
              <a:ext uri="{FF2B5EF4-FFF2-40B4-BE49-F238E27FC236}">
                <a16:creationId xmlns:a16="http://schemas.microsoft.com/office/drawing/2014/main" id="{A70B7AA9-27C1-420B-835E-696856D5057C}"/>
              </a:ext>
            </a:extLst>
          </p:cNvPr>
          <p:cNvSpPr>
            <a:spLocks xmlns:a="http://schemas.openxmlformats.org/drawingml/2006/main" noGrp="1"/>
          </p:cNvSpPr>
          <p:nvPr/>
        </p:nvSpPr>
        <p:spPr>
          <a:xfrm xmlns:a="http://schemas.openxmlformats.org/drawingml/2006/main">
            <a:off x="172373" y="525250"/>
            <a:ext cx="41877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900">
                <a:solidFill>
                  <a:schemeClr val="dk2"/>
                </a:solidFill>
                <a:latin typeface="M PLUS 1p Medium"/>
                <a:ea typeface="M PLUS 1p Medium"/>
                <a:cs typeface="M PLUS 1p Medium"/>
              </a:rPr>
              <a:t>プロダクトの機能</a:t>
            </a:r>
            <a:endParaRPr sz="900">
              <a:solidFill>
                <a:schemeClr val="dk2"/>
              </a:solidFill>
              <a:latin typeface="M PLUS 1p Medium"/>
              <a:ea typeface="M PLUS 1p Medium"/>
              <a:cs typeface="M PLUS 1p Medium"/>
            </a:endParaRPr>
          </a:p>
        </p:txBody>
      </p:sp>
      <p:sp>
        <p:nvSpPr>
          <p:cNvPr id="167" name="Google Shape;167;p33">
            <a:extLst xmlns:a="http://schemas.openxmlformats.org/drawingml/2006/main">
              <a:ext uri="{FF2B5EF4-FFF2-40B4-BE49-F238E27FC236}">
                <a16:creationId xmlns:a16="http://schemas.microsoft.com/office/drawing/2014/main" id="{018360ED-7AB3-416A-A060-8E2B8D028640}"/>
              </a:ext>
            </a:extLst>
          </p:cNvPr>
          <p:cNvSpPr>
            <a:spLocks xmlns:a="http://schemas.openxmlformats.org/drawingml/2006/main" noGrp="1"/>
          </p:cNvSpPr>
          <p:nvPr/>
        </p:nvSpPr>
        <p:spPr>
          <a:xfrm xmlns:a="http://schemas.openxmlformats.org/drawingml/2006/main">
            <a:off x="267638" y="881000"/>
            <a:ext cx="2438400" cy="1839000"/>
          </a:xfrm>
          <a:prstGeom xmlns:a="http://schemas.openxmlformats.org/drawingml/2006/main" prst="rect">
            <a:avLst/>
          </a:prstGeom>
          <a:solidFill xmlns:a="http://schemas.openxmlformats.org/drawingml/2006/main">
            <a:srgbClr val="F4CCCC"/>
          </a:solidFill>
          <a:ln xmlns:a="http://schemas.openxmlformats.org/drawingml/2006/main" w="38100" cmpd="sng">
            <a:solidFill>
              <a:srgbClr val="E0666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68" name="Google Shape;168;p33">
            <a:extLst xmlns:a="http://schemas.openxmlformats.org/drawingml/2006/main">
              <a:ext uri="{FF2B5EF4-FFF2-40B4-BE49-F238E27FC236}">
                <a16:creationId xmlns:a16="http://schemas.microsoft.com/office/drawing/2014/main" id="{02FB9347-89AC-42E5-BE2D-6E75426CBC23}"/>
              </a:ext>
            </a:extLst>
          </p:cNvPr>
          <p:cNvSpPr>
            <a:spLocks xmlns:a="http://schemas.openxmlformats.org/drawingml/2006/main" noGrp="1"/>
          </p:cNvSpPr>
          <p:nvPr/>
        </p:nvSpPr>
        <p:spPr>
          <a:xfrm xmlns:a="http://schemas.openxmlformats.org/drawingml/2006/main">
            <a:off x="275213" y="960950"/>
            <a:ext cx="2362500" cy="179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800">
                <a:solidFill>
                  <a:schemeClr val="dk1"/>
                </a:solidFill>
              </a:rPr>
              <a:t>メールコードで登録・ログインできます。</a:t>
            </a:r>
            <a:endParaRPr sz="800">
              <a:solidFill>
                <a:schemeClr val="dk1"/>
              </a:solidFill>
            </a:endParaRPr>
          </a:p>
        </p:txBody>
      </p:sp>
      <p:sp>
        <p:nvSpPr>
          <p:cNvPr id="170" name="Google Shape;170;p33">
            <a:extLst xmlns:a="http://schemas.openxmlformats.org/drawingml/2006/main">
              <a:ext uri="{FF2B5EF4-FFF2-40B4-BE49-F238E27FC236}">
                <a16:creationId xmlns:a16="http://schemas.microsoft.com/office/drawing/2014/main" id="{AC00F07E-27B7-4FF6-B541-9A5D9B12B003}"/>
              </a:ext>
            </a:extLst>
          </p:cNvPr>
          <p:cNvSpPr>
            <a:spLocks xmlns:a="http://schemas.openxmlformats.org/drawingml/2006/main" noGrp="1"/>
          </p:cNvSpPr>
          <p:nvPr/>
        </p:nvSpPr>
        <p:spPr>
          <a:xfrm xmlns:a="http://schemas.openxmlformats.org/drawingml/2006/main">
            <a:off x="267638" y="2981125"/>
            <a:ext cx="2438400" cy="1839000"/>
          </a:xfrm>
          <a:prstGeom xmlns:a="http://schemas.openxmlformats.org/drawingml/2006/main" prst="rect">
            <a:avLst/>
          </a:prstGeom>
          <a:solidFill xmlns:a="http://schemas.openxmlformats.org/drawingml/2006/main">
            <a:srgbClr val="F4CCCC"/>
          </a:solidFill>
          <a:ln xmlns:a="http://schemas.openxmlformats.org/drawingml/2006/main" w="38100" cmpd="sng">
            <a:solidFill>
              <a:srgbClr val="E0666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1" name="Google Shape;171;p33">
            <a:extLst xmlns:a="http://schemas.openxmlformats.org/drawingml/2006/main">
              <a:ext uri="{FF2B5EF4-FFF2-40B4-BE49-F238E27FC236}">
                <a16:creationId xmlns:a16="http://schemas.microsoft.com/office/drawing/2014/main" id="{FA933BC8-472C-4A67-869E-A2DBC1DC94C3}"/>
              </a:ext>
            </a:extLst>
          </p:cNvPr>
          <p:cNvSpPr>
            <a:spLocks xmlns:a="http://schemas.openxmlformats.org/drawingml/2006/main" noGrp="1"/>
          </p:cNvSpPr>
          <p:nvPr/>
        </p:nvSpPr>
        <p:spPr>
          <a:xfrm xmlns:a="http://schemas.openxmlformats.org/drawingml/2006/main">
            <a:off x="275213" y="3061075"/>
            <a:ext cx="2362500" cy="179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None/>
            </a:pPr>
            <a:r>
              <a:rPr sz="800">
                <a:solidFill>
                  <a:schemeClr val="dk1"/>
                </a:solidFill>
              </a:rPr>
              <a:t>自分のレビュー、プロフィール、通知をマイページで管理できます。</a:t>
            </a:r>
            <a:endParaRPr sz="800">
              <a:solidFill>
                <a:schemeClr val="dk1"/>
              </a:solidFill>
            </a:endParaRPr>
          </a:p>
        </p:txBody>
      </p:sp>
      <p:sp>
        <p:nvSpPr>
          <p:cNvPr id="173" name="Google Shape;173;p33">
            <a:extLst xmlns:a="http://schemas.openxmlformats.org/drawingml/2006/main">
              <a:ext uri="{FF2B5EF4-FFF2-40B4-BE49-F238E27FC236}">
                <a16:creationId xmlns:a16="http://schemas.microsoft.com/office/drawing/2014/main" id="{F129D1FF-B775-4B09-91DE-5CE1B7207347}"/>
              </a:ext>
            </a:extLst>
          </p:cNvPr>
          <p:cNvSpPr>
            <a:spLocks xmlns:a="http://schemas.openxmlformats.org/drawingml/2006/main" noGrp="1"/>
          </p:cNvSpPr>
          <p:nvPr/>
        </p:nvSpPr>
        <p:spPr>
          <a:xfrm xmlns:a="http://schemas.openxmlformats.org/drawingml/2006/main">
            <a:off x="4619888" y="881000"/>
            <a:ext cx="2438400" cy="1839000"/>
          </a:xfrm>
          <a:prstGeom xmlns:a="http://schemas.openxmlformats.org/drawingml/2006/main" prst="rect">
            <a:avLst/>
          </a:prstGeom>
          <a:solidFill xmlns:a="http://schemas.openxmlformats.org/drawingml/2006/main">
            <a:srgbClr val="F4CCCC"/>
          </a:solidFill>
          <a:ln xmlns:a="http://schemas.openxmlformats.org/drawingml/2006/main" w="38100" cmpd="sng">
            <a:solidFill>
              <a:srgbClr val="E0666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4" name="Google Shape;174;p33">
            <a:extLst xmlns:a="http://schemas.openxmlformats.org/drawingml/2006/main">
              <a:ext uri="{FF2B5EF4-FFF2-40B4-BE49-F238E27FC236}">
                <a16:creationId xmlns:a16="http://schemas.microsoft.com/office/drawing/2014/main" id="{48004FB0-195A-4995-8DE6-68BF5B4C7447}"/>
              </a:ext>
            </a:extLst>
          </p:cNvPr>
          <p:cNvSpPr>
            <a:spLocks xmlns:a="http://schemas.openxmlformats.org/drawingml/2006/main" noGrp="1"/>
          </p:cNvSpPr>
          <p:nvPr/>
        </p:nvSpPr>
        <p:spPr>
          <a:xfrm xmlns:a="http://schemas.openxmlformats.org/drawingml/2006/main">
            <a:off x="4627463" y="960950"/>
            <a:ext cx="2362500" cy="179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None/>
            </a:pPr>
            <a:r>
              <a:rPr sz="800">
                <a:solidFill>
                  <a:schemeClr val="dk1"/>
                </a:solidFill>
              </a:rPr>
              <a:t>レビューへのいいねで、役立つ感想を見つけられます。</a:t>
            </a:r>
            <a:endParaRPr sz="800">
              <a:solidFill>
                <a:schemeClr val="dk1"/>
              </a:solidFill>
            </a:endParaRPr>
          </a:p>
        </p:txBody>
      </p:sp>
      <p:sp>
        <p:nvSpPr>
          <p:cNvPr id="175" name="Google Shape;175;p33">
            <a:extLst xmlns:a="http://schemas.openxmlformats.org/drawingml/2006/main">
              <a:ext uri="{FF2B5EF4-FFF2-40B4-BE49-F238E27FC236}">
                <a16:creationId xmlns:a16="http://schemas.microsoft.com/office/drawing/2014/main" id="{6B1A0FCC-9FDC-497D-8DE1-38F7BABC0B1B}"/>
              </a:ext>
            </a:extLst>
          </p:cNvPr>
          <p:cNvSpPr>
            <a:spLocks xmlns:a="http://schemas.openxmlformats.org/drawingml/2006/main" noGrp="1"/>
          </p:cNvSpPr>
          <p:nvPr/>
        </p:nvSpPr>
        <p:spPr>
          <a:xfrm xmlns:a="http://schemas.openxmlformats.org/drawingml/2006/main">
            <a:off x="4619888" y="2981125"/>
            <a:ext cx="2438400" cy="1839000"/>
          </a:xfrm>
          <a:prstGeom xmlns:a="http://schemas.openxmlformats.org/drawingml/2006/main" prst="rect">
            <a:avLst/>
          </a:prstGeom>
          <a:solidFill xmlns:a="http://schemas.openxmlformats.org/drawingml/2006/main">
            <a:srgbClr val="F4CCCC"/>
          </a:solidFill>
          <a:ln xmlns:a="http://schemas.openxmlformats.org/drawingml/2006/main" w="38100" cmpd="sng">
            <a:solidFill>
              <a:srgbClr val="E0666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76" name="Google Shape;176;p33">
            <a:extLst xmlns:a="http://schemas.openxmlformats.org/drawingml/2006/main">
              <a:ext uri="{FF2B5EF4-FFF2-40B4-BE49-F238E27FC236}">
                <a16:creationId xmlns:a16="http://schemas.microsoft.com/office/drawing/2014/main" id="{E6AB675A-90DC-4F52-ABF9-C8F4F1AE8D6A}"/>
              </a:ext>
            </a:extLst>
          </p:cNvPr>
          <p:cNvSpPr>
            <a:spLocks xmlns:a="http://schemas.openxmlformats.org/drawingml/2006/main" noGrp="1"/>
          </p:cNvSpPr>
          <p:nvPr/>
        </p:nvSpPr>
        <p:spPr>
          <a:xfrm xmlns:a="http://schemas.openxmlformats.org/drawingml/2006/main">
            <a:off x="4627463" y="3061075"/>
            <a:ext cx="2362500" cy="179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l">
              <a:spcBef>
                <a:spcPts val="0"/>
              </a:spcBef>
              <a:spcAft>
                <a:spcPts val="0"/>
              </a:spcAft>
              <a:buNone/>
            </a:pPr>
            <a:r>
              <a:rPr sz="800">
                <a:solidFill>
                  <a:schemeClr val="dk1"/>
                </a:solidFill>
              </a:rPr>
              <a:t>通報・非公開化など、安心して使える運営機能を備えています。</a:t>
            </a:r>
            <a:endParaRPr sz="800">
              <a:solidFill>
                <a:schemeClr val="dk1"/>
              </a:solidFill>
            </a:endParaRPr>
          </a:p>
        </p:txBody>
      </p:sp>
      <p:pic>
        <p:nvPicPr>
          <p:cNvPr id="190" name=""/>
          <p:cNvPicPr>
            <a:picLocks xmlns:a="http://schemas.openxmlformats.org/drawingml/2006/main" noChangeAspect="1"/>
          </p:cNvPicPr>
          <p:nvPr/>
        </p:nvPicPr>
        <p:blipFill>
          <a:blip xmlns:r="http://schemas.openxmlformats.org/officeDocument/2006/relationships" xmlns:a="http://schemas.openxmlformats.org/drawingml/2006/main" r:embed="R6bad817f68d2405b"/>
          <a:stretch xmlns:a="http://schemas.openxmlformats.org/drawingml/2006/main"/>
        </p:blipFill>
        <p:spPr>
          <a:xfrm xmlns:a="http://schemas.openxmlformats.org/drawingml/2006/main">
            <a:off x="3343608" y="880967"/>
            <a:ext cx="638653" cy="1838992"/>
          </a:xfrm>
          <a:prstGeom xmlns:a="http://schemas.openxmlformats.org/drawingml/2006/main" prst="rect">
            <a:avLst/>
          </a:prstGeom>
        </p:spPr>
      </p:pic>
      <p:pic>
        <p:nvPicPr>
          <p:cNvPr id="191" name=""/>
          <p:cNvPicPr>
            <a:picLocks xmlns:a="http://schemas.openxmlformats.org/drawingml/2006/main" noChangeAspect="1"/>
          </p:cNvPicPr>
          <p:nvPr/>
        </p:nvPicPr>
        <p:blipFill>
          <a:blip xmlns:r="http://schemas.openxmlformats.org/officeDocument/2006/relationships" xmlns:a="http://schemas.openxmlformats.org/drawingml/2006/main" r:embed="R8e62275f677f4193"/>
          <a:stretch xmlns:a="http://schemas.openxmlformats.org/drawingml/2006/main"/>
        </p:blipFill>
        <p:spPr>
          <a:xfrm xmlns:a="http://schemas.openxmlformats.org/drawingml/2006/main">
            <a:off x="3238290" y="2981135"/>
            <a:ext cx="849288" cy="1838992"/>
          </a:xfrm>
          <a:prstGeom xmlns:a="http://schemas.openxmlformats.org/drawingml/2006/main" prst="rect">
            <a:avLst/>
          </a:prstGeom>
        </p:spPr>
      </p:pic>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ebee6247911948c7"/>
          <a:stretch xmlns:a="http://schemas.openxmlformats.org/drawingml/2006/main"/>
        </p:blipFill>
        <p:spPr>
          <a:xfrm xmlns:a="http://schemas.openxmlformats.org/drawingml/2006/main">
            <a:off x="7590307" y="2981135"/>
            <a:ext cx="849771" cy="1838992"/>
          </a:xfrm>
          <a:prstGeom xmlns:a="http://schemas.openxmlformats.org/drawingml/2006/main" prst="rect">
            <a:avLst/>
          </a:prstGeom>
        </p:spPr>
      </p:pic>
      <p:pic>
        <p:nvPicPr>
          <p:cNvPr id="193" name=""/>
          <p:cNvPicPr>
            <a:picLocks xmlns:a="http://schemas.openxmlformats.org/drawingml/2006/main" noChangeAspect="1"/>
          </p:cNvPicPr>
          <p:nvPr/>
        </p:nvPicPr>
        <p:blipFill>
          <a:blip xmlns:r="http://schemas.openxmlformats.org/officeDocument/2006/relationships" xmlns:a="http://schemas.openxmlformats.org/drawingml/2006/main" r:embed="R6d06c06cf3844c99"/>
          <a:stretch xmlns:a="http://schemas.openxmlformats.org/drawingml/2006/main"/>
        </p:blipFill>
        <p:spPr>
          <a:xfrm xmlns:a="http://schemas.openxmlformats.org/drawingml/2006/main">
            <a:off x="7590548" y="880967"/>
            <a:ext cx="849288" cy="1838992"/>
          </a:xfrm>
          <a:prstGeom xmlns:a="http://schemas.openxmlformats.org/drawingml/2006/main" prst="rect">
            <a:avLst/>
          </a:prstGeom>
        </p:spPr>
      </p:pic>
    </p:spTree>
    <p:extLst>
      <p:ext uri="{BB962C8B-B14F-4D97-AF65-F5344CB8AC3E}">
        <p14:creationId xmlns:p14="http://schemas.microsoft.com/office/powerpoint/2010/main" val="11546486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2026-08-29T17:28:01.8550000Z</dcterms:created>
  <dcterms:modified xsi:type="dcterms:W3CDTF">2026-08-29T17:28:01.8550000Z</dcterms:modified>
</coreProperties>
</file>